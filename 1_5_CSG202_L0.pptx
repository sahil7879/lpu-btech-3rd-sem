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301" r:id="rId3"/>
    <p:sldId id="258" r:id="rId4"/>
    <p:sldId id="259" r:id="rId5"/>
    <p:sldId id="290" r:id="rId6"/>
    <p:sldId id="291" r:id="rId7"/>
    <p:sldId id="292" r:id="rId8"/>
    <p:sldId id="298"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99" r:id="rId24"/>
    <p:sldId id="280" r:id="rId25"/>
  </p:sldIdLst>
  <p:sldSz cx="12192000" cy="6858000"/>
  <p:notesSz cx="6858000" cy="9144000"/>
  <p:embeddedFontLst>
    <p:embeddedFont>
      <p:font typeface="Helvetica Neue" panose="020B0604020202020204" charset="0"/>
      <p:regular r:id="rId27"/>
      <p:bold r:id="rId28"/>
      <p:italic r:id="rId29"/>
      <p:boldItalic r:id="rId30"/>
    </p:embeddedFont>
    <p:embeddedFont>
      <p:font typeface="Noto Sans Symbols" panose="020B0604020202020204" charset="0"/>
      <p:regular r:id="rId31"/>
      <p:bold r:id="rId32"/>
    </p:embeddedFont>
    <p:embeddedFont>
      <p:font typeface="Play"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M3rl3g2tOQil94K6pBnD9ueD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ACA294B-F383-4D2F-A8AD-6F708B761A83}">
  <a:tblStyle styleId="{4ACA294B-F383-4D2F-A8AD-6F708B761A83}" styleName="Table_0">
    <a:wholeTbl>
      <a:tcTxStyle b="off" i="off">
        <a:font>
          <a:latin typeface="Arial"/>
          <a:ea typeface="Arial"/>
          <a:cs typeface="Arial"/>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6D4CC"/>
          </a:solidFill>
        </a:fill>
      </a:tcStyle>
    </a:wholeTbl>
    <a:band1H>
      <a:tcTxStyle b="off" i="off"/>
      <a:tcStyle>
        <a:tcBdr/>
      </a:tcStyle>
    </a:band1H>
    <a:band2H>
      <a:tcTxStyle b="off" i="off"/>
      <a:tcStyle>
        <a:tcBdr/>
        <a:fill>
          <a:solidFill>
            <a:srgbClr val="FBEBE7"/>
          </a:solidFill>
        </a:fill>
      </a:tcStyle>
    </a:band2H>
    <a:band1V>
      <a:tcTxStyle b="off" i="off"/>
      <a:tcStyle>
        <a:tcBdr/>
      </a:tcStyle>
    </a:band1V>
    <a:band2V>
      <a:tcTxStyle b="off" i="off"/>
      <a:tcStyle>
        <a:tcBdr/>
      </a:tcStyle>
    </a:band2V>
    <a:lastCol>
      <a:tcTxStyle b="off" i="off"/>
      <a:tcStyle>
        <a:tcBdr/>
      </a:tcStyle>
    </a:lastCol>
    <a:firstCol>
      <a:tcTxStyle b="on" i="off">
        <a:font>
          <a:latin typeface="Arial"/>
          <a:ea typeface="Arial"/>
          <a:cs typeface="Arial"/>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2"/>
          </a:solidFill>
        </a:fill>
      </a:tcStyle>
    </a:firstCol>
    <a:lastRow>
      <a:tcTxStyle b="on" i="off">
        <a:font>
          <a:latin typeface="Arial"/>
          <a:ea typeface="Arial"/>
          <a:cs typeface="Arial"/>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2"/>
          </a:solidFill>
        </a:fill>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2"/>
          </a:solidFill>
        </a:fill>
      </a:tcStyle>
    </a:firstRow>
    <a:neCell>
      <a:tcTxStyle b="off" i="off"/>
      <a:tcStyle>
        <a:tcBdr/>
      </a:tcStyle>
    </a:neCell>
    <a:nwCell>
      <a:tcTxStyle b="off" i="off"/>
      <a:tcStyle>
        <a:tcBdr/>
      </a:tcStyle>
    </a:nwCell>
  </a:tblStyle>
  <a:tblStyle styleId="{EAF6ACC0-C4BF-469D-B655-7DE3A01F9316}"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1B9ACB8-205C-408A-B28B-88101D658A13}"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7BA88DA-F391-4003-853D-4B214680101B}" styleName="Table_3">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f828d11e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f828d11e97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f53bdeb0f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f53bdeb0f5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DEE3B2D4-DC26-8C7D-7181-6C7198AD745D}"/>
            </a:ext>
          </a:extLst>
        </p:cNvPr>
        <p:cNvGrpSpPr/>
        <p:nvPr/>
      </p:nvGrpSpPr>
      <p:grpSpPr>
        <a:xfrm>
          <a:off x="0" y="0"/>
          <a:ext cx="0" cy="0"/>
          <a:chOff x="0" y="0"/>
          <a:chExt cx="0" cy="0"/>
        </a:xfrm>
      </p:grpSpPr>
      <p:sp>
        <p:nvSpPr>
          <p:cNvPr id="154" name="Google Shape;154;p8:notes">
            <a:extLst>
              <a:ext uri="{FF2B5EF4-FFF2-40B4-BE49-F238E27FC236}">
                <a16:creationId xmlns:a16="http://schemas.microsoft.com/office/drawing/2014/main" id="{98BA33B0-B15B-F52C-ECD1-BC5DF65AD2D5}"/>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8:notes">
            <a:extLst>
              <a:ext uri="{FF2B5EF4-FFF2-40B4-BE49-F238E27FC236}">
                <a16:creationId xmlns:a16="http://schemas.microsoft.com/office/drawing/2014/main" id="{5BEF6E40-8C1A-A806-0014-0180E78CBF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78580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f53bdeb0f5_0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f53bdeb0f5_0_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f53bdeb0f5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f53bdeb0f5_0_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9"/>
        <p:cNvGrpSpPr/>
        <p:nvPr/>
      </p:nvGrpSpPr>
      <p:grpSpPr>
        <a:xfrm>
          <a:off x="0" y="0"/>
          <a:ext cx="0" cy="0"/>
          <a:chOff x="0" y="0"/>
          <a:chExt cx="0" cy="0"/>
        </a:xfrm>
      </p:grpSpPr>
      <p:sp>
        <p:nvSpPr>
          <p:cNvPr id="10" name="Google Shape;10;p26"/>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11" name="Google Shape;11;p26" descr="Google Shape;15;p41"/>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12" name="Google Shape;12;p26" descr="Google Shape;16;p41"/>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13" name="Google Shape;13;p26"/>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4" name="Google Shape;14;p26"/>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9" name="Google Shape;19;p2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0" name="Google Shape;20;p27"/>
          <p:cNvSpPr txBox="1">
            <a:spLocks noGrp="1"/>
          </p:cNvSpPr>
          <p:nvPr>
            <p:ph type="sldNum" idx="12"/>
          </p:nvPr>
        </p:nvSpPr>
        <p:spPr>
          <a:xfrm>
            <a:off x="8610479" y="6356659"/>
            <a:ext cx="358304" cy="364401"/>
          </a:xfrm>
          <a:prstGeom prst="rect">
            <a:avLst/>
          </a:prstGeom>
          <a:noFill/>
          <a:ln>
            <a:noFill/>
          </a:ln>
        </p:spPr>
        <p:txBody>
          <a:bodyPr spcFirstLastPara="1" wrap="square" lIns="45675" tIns="45675" rIns="45675" bIns="45675" anchor="ctr" anchorCtr="0">
            <a:spAutoFit/>
          </a:bodyPr>
          <a:lstStyle>
            <a:lvl1pPr marL="0" marR="0" lvl="0" indent="0" algn="l">
              <a:lnSpc>
                <a:spcPct val="100000"/>
              </a:lnSpc>
              <a:spcBef>
                <a:spcPts val="0"/>
              </a:spcBef>
              <a:spcAft>
                <a:spcPts val="0"/>
              </a:spcAft>
              <a:buClr>
                <a:srgbClr val="000000"/>
              </a:buClr>
              <a:buSzPts val="1800"/>
              <a:buFont typeface="Helvetica Neue"/>
              <a:buNone/>
              <a:defRPr/>
            </a:lvl1pPr>
            <a:lvl2pPr marL="0" marR="0" lvl="1" indent="0" algn="l">
              <a:lnSpc>
                <a:spcPct val="100000"/>
              </a:lnSpc>
              <a:spcBef>
                <a:spcPts val="0"/>
              </a:spcBef>
              <a:spcAft>
                <a:spcPts val="0"/>
              </a:spcAft>
              <a:buClr>
                <a:srgbClr val="000000"/>
              </a:buClr>
              <a:buSzPts val="1800"/>
              <a:buFont typeface="Helvetica Neue"/>
              <a:buNone/>
              <a:defRPr/>
            </a:lvl2pPr>
            <a:lvl3pPr marL="0" marR="0" lvl="2" indent="0" algn="l">
              <a:lnSpc>
                <a:spcPct val="100000"/>
              </a:lnSpc>
              <a:spcBef>
                <a:spcPts val="0"/>
              </a:spcBef>
              <a:spcAft>
                <a:spcPts val="0"/>
              </a:spcAft>
              <a:buClr>
                <a:srgbClr val="000000"/>
              </a:buClr>
              <a:buSzPts val="1800"/>
              <a:buFont typeface="Helvetica Neue"/>
              <a:buNone/>
              <a:defRPr/>
            </a:lvl3pPr>
            <a:lvl4pPr marL="0" marR="0" lvl="3" indent="0" algn="l">
              <a:lnSpc>
                <a:spcPct val="100000"/>
              </a:lnSpc>
              <a:spcBef>
                <a:spcPts val="0"/>
              </a:spcBef>
              <a:spcAft>
                <a:spcPts val="0"/>
              </a:spcAft>
              <a:buClr>
                <a:srgbClr val="000000"/>
              </a:buClr>
              <a:buSzPts val="1800"/>
              <a:buFont typeface="Helvetica Neue"/>
              <a:buNone/>
              <a:defRPr/>
            </a:lvl4pPr>
            <a:lvl5pPr marL="0" marR="0" lvl="4" indent="0" algn="l">
              <a:lnSpc>
                <a:spcPct val="100000"/>
              </a:lnSpc>
              <a:spcBef>
                <a:spcPts val="0"/>
              </a:spcBef>
              <a:spcAft>
                <a:spcPts val="0"/>
              </a:spcAft>
              <a:buClr>
                <a:srgbClr val="000000"/>
              </a:buClr>
              <a:buSzPts val="1800"/>
              <a:buFont typeface="Helvetica Neue"/>
              <a:buNone/>
              <a:defRPr/>
            </a:lvl5pPr>
            <a:lvl6pPr marL="0" marR="0" lvl="5" indent="0" algn="l">
              <a:lnSpc>
                <a:spcPct val="100000"/>
              </a:lnSpc>
              <a:spcBef>
                <a:spcPts val="0"/>
              </a:spcBef>
              <a:spcAft>
                <a:spcPts val="0"/>
              </a:spcAft>
              <a:buClr>
                <a:srgbClr val="000000"/>
              </a:buClr>
              <a:buSzPts val="1800"/>
              <a:buFont typeface="Helvetica Neue"/>
              <a:buNone/>
              <a:defRPr/>
            </a:lvl6pPr>
            <a:lvl7pPr marL="0" marR="0" lvl="6" indent="0" algn="l">
              <a:lnSpc>
                <a:spcPct val="100000"/>
              </a:lnSpc>
              <a:spcBef>
                <a:spcPts val="0"/>
              </a:spcBef>
              <a:spcAft>
                <a:spcPts val="0"/>
              </a:spcAft>
              <a:buClr>
                <a:srgbClr val="000000"/>
              </a:buClr>
              <a:buSzPts val="1800"/>
              <a:buFont typeface="Helvetica Neue"/>
              <a:buNone/>
              <a:defRPr/>
            </a:lvl7pPr>
            <a:lvl8pPr marL="0" marR="0" lvl="7" indent="0" algn="l">
              <a:lnSpc>
                <a:spcPct val="100000"/>
              </a:lnSpc>
              <a:spcBef>
                <a:spcPts val="0"/>
              </a:spcBef>
              <a:spcAft>
                <a:spcPts val="0"/>
              </a:spcAft>
              <a:buClr>
                <a:srgbClr val="000000"/>
              </a:buClr>
              <a:buSzPts val="1800"/>
              <a:buFont typeface="Helvetica Neue"/>
              <a:buNone/>
              <a:defRPr/>
            </a:lvl8pPr>
            <a:lvl9pPr marL="0" marR="0" lvl="8" indent="0" algn="l">
              <a:lnSpc>
                <a:spcPct val="100000"/>
              </a:lnSpc>
              <a:spcBef>
                <a:spcPts val="0"/>
              </a:spcBef>
              <a:spcAft>
                <a:spcPts val="0"/>
              </a:spcAft>
              <a:buClr>
                <a:srgbClr val="000000"/>
              </a:buClr>
              <a:buSzPts val="1800"/>
              <a:buFont typeface="Helvetica Neue"/>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21"/>
        <p:cNvGrpSpPr/>
        <p:nvPr/>
      </p:nvGrpSpPr>
      <p:grpSpPr>
        <a:xfrm>
          <a:off x="0" y="0"/>
          <a:ext cx="0" cy="0"/>
          <a:chOff x="0" y="0"/>
          <a:chExt cx="0" cy="0"/>
        </a:xfrm>
      </p:grpSpPr>
      <p:sp>
        <p:nvSpPr>
          <p:cNvPr id="22" name="Google Shape;22;p28"/>
          <p:cNvSpPr txBox="1">
            <a:spLocks noGrp="1"/>
          </p:cNvSpPr>
          <p:nvPr>
            <p:ph type="title"/>
          </p:nvPr>
        </p:nvSpPr>
        <p:spPr>
          <a:xfrm>
            <a:off x="609600" y="92074"/>
            <a:ext cx="10972800" cy="1508127"/>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SzPts val="4400"/>
              <a:buNone/>
              <a:defRPr/>
            </a:lvl1pPr>
            <a:lvl2pPr lvl="1" algn="l">
              <a:lnSpc>
                <a:spcPct val="90000"/>
              </a:lnSpc>
              <a:spcBef>
                <a:spcPts val="0"/>
              </a:spcBef>
              <a:spcAft>
                <a:spcPts val="0"/>
              </a:spcAft>
              <a:buSzPts val="4400"/>
              <a:buNone/>
              <a:defRPr/>
            </a:lvl2pPr>
            <a:lvl3pPr lvl="2" algn="l">
              <a:lnSpc>
                <a:spcPct val="90000"/>
              </a:lnSpc>
              <a:spcBef>
                <a:spcPts val="0"/>
              </a:spcBef>
              <a:spcAft>
                <a:spcPts val="0"/>
              </a:spcAft>
              <a:buSzPts val="4400"/>
              <a:buNone/>
              <a:defRPr/>
            </a:lvl3pPr>
            <a:lvl4pPr lvl="3" algn="l">
              <a:lnSpc>
                <a:spcPct val="90000"/>
              </a:lnSpc>
              <a:spcBef>
                <a:spcPts val="0"/>
              </a:spcBef>
              <a:spcAft>
                <a:spcPts val="0"/>
              </a:spcAft>
              <a:buSzPts val="4400"/>
              <a:buNone/>
              <a:defRPr/>
            </a:lvl4pPr>
            <a:lvl5pPr lvl="4" algn="l">
              <a:lnSpc>
                <a:spcPct val="90000"/>
              </a:lnSpc>
              <a:spcBef>
                <a:spcPts val="0"/>
              </a:spcBef>
              <a:spcAft>
                <a:spcPts val="0"/>
              </a:spcAft>
              <a:buSzPts val="4400"/>
              <a:buNone/>
              <a:defRPr/>
            </a:lvl5pPr>
            <a:lvl6pPr lvl="5" algn="l">
              <a:lnSpc>
                <a:spcPct val="90000"/>
              </a:lnSpc>
              <a:spcBef>
                <a:spcPts val="0"/>
              </a:spcBef>
              <a:spcAft>
                <a:spcPts val="0"/>
              </a:spcAft>
              <a:buSzPts val="4400"/>
              <a:buNone/>
              <a:defRPr/>
            </a:lvl6pPr>
            <a:lvl7pPr lvl="6" algn="l">
              <a:lnSpc>
                <a:spcPct val="90000"/>
              </a:lnSpc>
              <a:spcBef>
                <a:spcPts val="0"/>
              </a:spcBef>
              <a:spcAft>
                <a:spcPts val="0"/>
              </a:spcAft>
              <a:buSzPts val="4400"/>
              <a:buNone/>
              <a:defRPr/>
            </a:lvl7pPr>
            <a:lvl8pPr lvl="7" algn="l">
              <a:lnSpc>
                <a:spcPct val="90000"/>
              </a:lnSpc>
              <a:spcBef>
                <a:spcPts val="0"/>
              </a:spcBef>
              <a:spcAft>
                <a:spcPts val="0"/>
              </a:spcAft>
              <a:buSzPts val="4400"/>
              <a:buNone/>
              <a:defRPr/>
            </a:lvl8pPr>
            <a:lvl9pPr lvl="8" algn="l">
              <a:lnSpc>
                <a:spcPct val="90000"/>
              </a:lnSpc>
              <a:spcBef>
                <a:spcPts val="0"/>
              </a:spcBef>
              <a:spcAft>
                <a:spcPts val="0"/>
              </a:spcAft>
              <a:buSzPts val="4400"/>
              <a:buNone/>
              <a:defRPr/>
            </a:lvl9pPr>
          </a:lstStyle>
          <a:p>
            <a:endParaRPr/>
          </a:p>
        </p:txBody>
      </p:sp>
      <p:sp>
        <p:nvSpPr>
          <p:cNvPr id="23" name="Google Shape;23;p28"/>
          <p:cNvSpPr txBox="1">
            <a:spLocks noGrp="1"/>
          </p:cNvSpPr>
          <p:nvPr>
            <p:ph type="body" idx="1"/>
          </p:nvPr>
        </p:nvSpPr>
        <p:spPr>
          <a:xfrm>
            <a:off x="609600" y="1600200"/>
            <a:ext cx="10972800" cy="5257800"/>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24" name="Google Shape;24;p28"/>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5" name="Google Shape;25;p28"/>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sldNum" idx="12"/>
          </p:nvPr>
        </p:nvSpPr>
        <p:spPr>
          <a:xfrm>
            <a:off x="8610479" y="6356659"/>
            <a:ext cx="358304" cy="364401"/>
          </a:xfrm>
          <a:prstGeom prst="rect">
            <a:avLst/>
          </a:prstGeom>
          <a:noFill/>
          <a:ln>
            <a:noFill/>
          </a:ln>
        </p:spPr>
        <p:txBody>
          <a:bodyPr spcFirstLastPara="1" wrap="square" lIns="45675" tIns="45675" rIns="45675" bIns="45675" anchor="ctr" anchorCtr="0">
            <a:spAutoFit/>
          </a:bodyPr>
          <a:lstStyle>
            <a:lvl1pPr marL="0" marR="0" lvl="0" indent="0" algn="l">
              <a:lnSpc>
                <a:spcPct val="100000"/>
              </a:lnSpc>
              <a:spcBef>
                <a:spcPts val="0"/>
              </a:spcBef>
              <a:spcAft>
                <a:spcPts val="0"/>
              </a:spcAft>
              <a:buClr>
                <a:srgbClr val="000000"/>
              </a:buClr>
              <a:buSzPts val="1800"/>
              <a:buFont typeface="Helvetica Neue"/>
              <a:buNone/>
              <a:defRPr/>
            </a:lvl1pPr>
            <a:lvl2pPr marL="0" marR="0" lvl="1" indent="0" algn="l">
              <a:lnSpc>
                <a:spcPct val="100000"/>
              </a:lnSpc>
              <a:spcBef>
                <a:spcPts val="0"/>
              </a:spcBef>
              <a:spcAft>
                <a:spcPts val="0"/>
              </a:spcAft>
              <a:buClr>
                <a:srgbClr val="000000"/>
              </a:buClr>
              <a:buSzPts val="1800"/>
              <a:buFont typeface="Helvetica Neue"/>
              <a:buNone/>
              <a:defRPr/>
            </a:lvl2pPr>
            <a:lvl3pPr marL="0" marR="0" lvl="2" indent="0" algn="l">
              <a:lnSpc>
                <a:spcPct val="100000"/>
              </a:lnSpc>
              <a:spcBef>
                <a:spcPts val="0"/>
              </a:spcBef>
              <a:spcAft>
                <a:spcPts val="0"/>
              </a:spcAft>
              <a:buClr>
                <a:srgbClr val="000000"/>
              </a:buClr>
              <a:buSzPts val="1800"/>
              <a:buFont typeface="Helvetica Neue"/>
              <a:buNone/>
              <a:defRPr/>
            </a:lvl3pPr>
            <a:lvl4pPr marL="0" marR="0" lvl="3" indent="0" algn="l">
              <a:lnSpc>
                <a:spcPct val="100000"/>
              </a:lnSpc>
              <a:spcBef>
                <a:spcPts val="0"/>
              </a:spcBef>
              <a:spcAft>
                <a:spcPts val="0"/>
              </a:spcAft>
              <a:buClr>
                <a:srgbClr val="000000"/>
              </a:buClr>
              <a:buSzPts val="1800"/>
              <a:buFont typeface="Helvetica Neue"/>
              <a:buNone/>
              <a:defRPr/>
            </a:lvl4pPr>
            <a:lvl5pPr marL="0" marR="0" lvl="4" indent="0" algn="l">
              <a:lnSpc>
                <a:spcPct val="100000"/>
              </a:lnSpc>
              <a:spcBef>
                <a:spcPts val="0"/>
              </a:spcBef>
              <a:spcAft>
                <a:spcPts val="0"/>
              </a:spcAft>
              <a:buClr>
                <a:srgbClr val="000000"/>
              </a:buClr>
              <a:buSzPts val="1800"/>
              <a:buFont typeface="Helvetica Neue"/>
              <a:buNone/>
              <a:defRPr/>
            </a:lvl5pPr>
            <a:lvl6pPr marL="0" marR="0" lvl="5" indent="0" algn="l">
              <a:lnSpc>
                <a:spcPct val="100000"/>
              </a:lnSpc>
              <a:spcBef>
                <a:spcPts val="0"/>
              </a:spcBef>
              <a:spcAft>
                <a:spcPts val="0"/>
              </a:spcAft>
              <a:buClr>
                <a:srgbClr val="000000"/>
              </a:buClr>
              <a:buSzPts val="1800"/>
              <a:buFont typeface="Helvetica Neue"/>
              <a:buNone/>
              <a:defRPr/>
            </a:lvl6pPr>
            <a:lvl7pPr marL="0" marR="0" lvl="6" indent="0" algn="l">
              <a:lnSpc>
                <a:spcPct val="100000"/>
              </a:lnSpc>
              <a:spcBef>
                <a:spcPts val="0"/>
              </a:spcBef>
              <a:spcAft>
                <a:spcPts val="0"/>
              </a:spcAft>
              <a:buClr>
                <a:srgbClr val="000000"/>
              </a:buClr>
              <a:buSzPts val="1800"/>
              <a:buFont typeface="Helvetica Neue"/>
              <a:buNone/>
              <a:defRPr/>
            </a:lvl7pPr>
            <a:lvl8pPr marL="0" marR="0" lvl="7" indent="0" algn="l">
              <a:lnSpc>
                <a:spcPct val="100000"/>
              </a:lnSpc>
              <a:spcBef>
                <a:spcPts val="0"/>
              </a:spcBef>
              <a:spcAft>
                <a:spcPts val="0"/>
              </a:spcAft>
              <a:buClr>
                <a:srgbClr val="000000"/>
              </a:buClr>
              <a:buSzPts val="1800"/>
              <a:buFont typeface="Helvetica Neue"/>
              <a:buNone/>
              <a:defRPr/>
            </a:lvl8pPr>
            <a:lvl9pPr marL="0" marR="0" lvl="8" indent="0" algn="l">
              <a:lnSpc>
                <a:spcPct val="100000"/>
              </a:lnSpc>
              <a:spcBef>
                <a:spcPts val="0"/>
              </a:spcBef>
              <a:spcAft>
                <a:spcPts val="0"/>
              </a:spcAft>
              <a:buClr>
                <a:srgbClr val="000000"/>
              </a:buClr>
              <a:buSzPts val="1800"/>
              <a:buFont typeface="Helvetica Neue"/>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7"/>
        <p:cNvGrpSpPr/>
        <p:nvPr/>
      </p:nvGrpSpPr>
      <p:grpSpPr>
        <a:xfrm>
          <a:off x="0" y="0"/>
          <a:ext cx="0" cy="0"/>
          <a:chOff x="0" y="0"/>
          <a:chExt cx="0" cy="0"/>
        </a:xfrm>
      </p:grpSpPr>
      <p:sp>
        <p:nvSpPr>
          <p:cNvPr id="28" name="Google Shape;28;p29"/>
          <p:cNvSpPr txBox="1">
            <a:spLocks noGrp="1"/>
          </p:cNvSpPr>
          <p:nvPr>
            <p:ph type="sldNum" idx="12"/>
          </p:nvPr>
        </p:nvSpPr>
        <p:spPr>
          <a:xfrm>
            <a:off x="8610479" y="6356659"/>
            <a:ext cx="358304" cy="364401"/>
          </a:xfrm>
          <a:prstGeom prst="rect">
            <a:avLst/>
          </a:prstGeom>
          <a:noFill/>
          <a:ln>
            <a:noFill/>
          </a:ln>
        </p:spPr>
        <p:txBody>
          <a:bodyPr spcFirstLastPara="1" wrap="square" lIns="45675" tIns="45675" rIns="45675" bIns="45675" anchor="ctr" anchorCtr="0">
            <a:spAutoFit/>
          </a:bodyPr>
          <a:lstStyle>
            <a:lvl1pPr marL="0" marR="0" lvl="0"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l">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29"/>
        <p:cNvGrpSpPr/>
        <p:nvPr/>
      </p:nvGrpSpPr>
      <p:grpSpPr>
        <a:xfrm>
          <a:off x="0" y="0"/>
          <a:ext cx="0" cy="0"/>
          <a:chOff x="0" y="0"/>
          <a:chExt cx="0" cy="0"/>
        </a:xfrm>
      </p:grpSpPr>
      <p:sp>
        <p:nvSpPr>
          <p:cNvPr id="30" name="Google Shape;30;p30"/>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31" name="Google Shape;31;p30"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32" name="Google Shape;32;p30"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33" name="Google Shape;33;p30"/>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34" name="Google Shape;34;p30"/>
          <p:cNvSpPr txBox="1">
            <a:spLocks noGrp="1"/>
          </p:cNvSpPr>
          <p:nvPr>
            <p:ph type="title"/>
          </p:nvPr>
        </p:nvSpPr>
        <p:spPr>
          <a:xfrm>
            <a:off x="1524000" y="1122362"/>
            <a:ext cx="9144000" cy="2387601"/>
          </a:xfrm>
          <a:prstGeom prst="rect">
            <a:avLst/>
          </a:prstGeom>
          <a:noFill/>
          <a:ln>
            <a:noFill/>
          </a:ln>
        </p:spPr>
        <p:txBody>
          <a:bodyPr spcFirstLastPara="1" wrap="square" lIns="45675" tIns="45675" rIns="45675" bIns="45675" anchor="b" anchorCtr="0">
            <a:normAutofit/>
          </a:bodyPr>
          <a:lstStyle>
            <a:lvl1pPr lvl="0" algn="ctr">
              <a:lnSpc>
                <a:spcPct val="90000"/>
              </a:lnSpc>
              <a:spcBef>
                <a:spcPts val="0"/>
              </a:spcBef>
              <a:spcAft>
                <a:spcPts val="0"/>
              </a:spcAft>
              <a:buClr>
                <a:srgbClr val="000000"/>
              </a:buClr>
              <a:buSzPts val="6000"/>
              <a:buFont typeface="Play"/>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5" name="Google Shape;35;p30"/>
          <p:cNvSpPr txBox="1">
            <a:spLocks noGrp="1"/>
          </p:cNvSpPr>
          <p:nvPr>
            <p:ph type="body" idx="1"/>
          </p:nvPr>
        </p:nvSpPr>
        <p:spPr>
          <a:xfrm>
            <a:off x="1524000" y="3602037"/>
            <a:ext cx="9144000" cy="1655764"/>
          </a:xfrm>
          <a:prstGeom prst="rect">
            <a:avLst/>
          </a:prstGeom>
          <a:noFill/>
          <a:ln>
            <a:noFill/>
          </a:ln>
        </p:spPr>
        <p:txBody>
          <a:bodyPr spcFirstLastPara="1" wrap="square" lIns="45675" tIns="45675" rIns="45675" bIns="45675" anchor="t" anchorCtr="0">
            <a:normAutofit/>
          </a:bodyPr>
          <a:lstStyle>
            <a:lvl1pPr marL="457200" lvl="0" indent="-228600" algn="ctr">
              <a:lnSpc>
                <a:spcPct val="90000"/>
              </a:lnSpc>
              <a:spcBef>
                <a:spcPts val="1000"/>
              </a:spcBef>
              <a:spcAft>
                <a:spcPts val="0"/>
              </a:spcAft>
              <a:buClr>
                <a:srgbClr val="000000"/>
              </a:buClr>
              <a:buSzPts val="2400"/>
              <a:buFont typeface="Arial"/>
              <a:buNone/>
              <a:defRPr sz="2400"/>
            </a:lvl1pPr>
            <a:lvl2pPr marL="914400" lvl="1" indent="-228600" algn="ctr">
              <a:lnSpc>
                <a:spcPct val="90000"/>
              </a:lnSpc>
              <a:spcBef>
                <a:spcPts val="1000"/>
              </a:spcBef>
              <a:spcAft>
                <a:spcPts val="0"/>
              </a:spcAft>
              <a:buClr>
                <a:srgbClr val="000000"/>
              </a:buClr>
              <a:buSzPts val="2400"/>
              <a:buFont typeface="Arial"/>
              <a:buNone/>
              <a:defRPr sz="2400"/>
            </a:lvl2pPr>
            <a:lvl3pPr marL="1371600" lvl="2" indent="-228600" algn="ctr">
              <a:lnSpc>
                <a:spcPct val="90000"/>
              </a:lnSpc>
              <a:spcBef>
                <a:spcPts val="1000"/>
              </a:spcBef>
              <a:spcAft>
                <a:spcPts val="0"/>
              </a:spcAft>
              <a:buClr>
                <a:srgbClr val="000000"/>
              </a:buClr>
              <a:buSzPts val="2400"/>
              <a:buFont typeface="Arial"/>
              <a:buNone/>
              <a:defRPr sz="2400"/>
            </a:lvl3pPr>
            <a:lvl4pPr marL="1828800" lvl="3" indent="-228600" algn="ctr">
              <a:lnSpc>
                <a:spcPct val="90000"/>
              </a:lnSpc>
              <a:spcBef>
                <a:spcPts val="1000"/>
              </a:spcBef>
              <a:spcAft>
                <a:spcPts val="0"/>
              </a:spcAft>
              <a:buClr>
                <a:srgbClr val="000000"/>
              </a:buClr>
              <a:buSzPts val="2400"/>
              <a:buFont typeface="Arial"/>
              <a:buNone/>
              <a:defRPr sz="2400"/>
            </a:lvl4pPr>
            <a:lvl5pPr marL="2286000" lvl="4" indent="-228600" algn="ctr">
              <a:lnSpc>
                <a:spcPct val="90000"/>
              </a:lnSpc>
              <a:spcBef>
                <a:spcPts val="1000"/>
              </a:spcBef>
              <a:spcAft>
                <a:spcPts val="0"/>
              </a:spcAft>
              <a:buClr>
                <a:srgbClr val="000000"/>
              </a:buClr>
              <a:buSzPts val="2400"/>
              <a:buFont typeface="Arial"/>
              <a:buNone/>
              <a:defRPr sz="24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36" name="Google Shape;36;p30"/>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31"/>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39" name="Google Shape;39;p31"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40" name="Google Shape;40;p31"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41" name="Google Shape;41;p31"/>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2" name="Google Shape;42;p31"/>
          <p:cNvSpPr txBox="1">
            <a:spLocks noGrp="1"/>
          </p:cNvSpPr>
          <p:nvPr>
            <p:ph type="title"/>
          </p:nvPr>
        </p:nvSpPr>
        <p:spPr>
          <a:xfrm>
            <a:off x="838200" y="365125"/>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3" name="Google Shape;43;p31"/>
          <p:cNvSpPr txBox="1">
            <a:spLocks noGrp="1"/>
          </p:cNvSpPr>
          <p:nvPr>
            <p:ph type="body" idx="1"/>
          </p:nvPr>
        </p:nvSpPr>
        <p:spPr>
          <a:xfrm>
            <a:off x="838200" y="1825625"/>
            <a:ext cx="10515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44" name="Google Shape;44;p31"/>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5"/>
        <p:cNvGrpSpPr/>
        <p:nvPr/>
      </p:nvGrpSpPr>
      <p:grpSpPr>
        <a:xfrm>
          <a:off x="0" y="0"/>
          <a:ext cx="0" cy="0"/>
          <a:chOff x="0" y="0"/>
          <a:chExt cx="0" cy="0"/>
        </a:xfrm>
      </p:grpSpPr>
      <p:sp>
        <p:nvSpPr>
          <p:cNvPr id="46" name="Google Shape;46;p32"/>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47" name="Google Shape;47;p32"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48" name="Google Shape;48;p32"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49" name="Google Shape;49;p32"/>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0" name="Google Shape;50;p32"/>
          <p:cNvSpPr txBox="1">
            <a:spLocks noGrp="1"/>
          </p:cNvSpPr>
          <p:nvPr>
            <p:ph type="title"/>
          </p:nvPr>
        </p:nvSpPr>
        <p:spPr>
          <a:xfrm>
            <a:off x="831850" y="1709738"/>
            <a:ext cx="10515600" cy="2852737"/>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6000"/>
              <a:buFont typeface="Play"/>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1" name="Google Shape;51;p32"/>
          <p:cNvSpPr txBox="1">
            <a:spLocks noGrp="1"/>
          </p:cNvSpPr>
          <p:nvPr>
            <p:ph type="body" idx="1"/>
          </p:nvPr>
        </p:nvSpPr>
        <p:spPr>
          <a:xfrm>
            <a:off x="831850" y="4589462"/>
            <a:ext cx="10515600" cy="1500189"/>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1000"/>
              </a:spcBef>
              <a:spcAft>
                <a:spcPts val="0"/>
              </a:spcAft>
              <a:buClr>
                <a:srgbClr val="757575"/>
              </a:buClr>
              <a:buSzPts val="2400"/>
              <a:buFont typeface="Arial"/>
              <a:buNone/>
              <a:defRPr sz="2400">
                <a:solidFill>
                  <a:srgbClr val="757575"/>
                </a:solidFill>
              </a:defRPr>
            </a:lvl1pPr>
            <a:lvl2pPr marL="914400" lvl="1" indent="-228600" algn="l">
              <a:lnSpc>
                <a:spcPct val="90000"/>
              </a:lnSpc>
              <a:spcBef>
                <a:spcPts val="1000"/>
              </a:spcBef>
              <a:spcAft>
                <a:spcPts val="0"/>
              </a:spcAft>
              <a:buClr>
                <a:srgbClr val="757575"/>
              </a:buClr>
              <a:buSzPts val="2400"/>
              <a:buFont typeface="Arial"/>
              <a:buNone/>
              <a:defRPr sz="2400">
                <a:solidFill>
                  <a:srgbClr val="757575"/>
                </a:solidFill>
              </a:defRPr>
            </a:lvl2pPr>
            <a:lvl3pPr marL="1371600" lvl="2" indent="-228600" algn="l">
              <a:lnSpc>
                <a:spcPct val="90000"/>
              </a:lnSpc>
              <a:spcBef>
                <a:spcPts val="1000"/>
              </a:spcBef>
              <a:spcAft>
                <a:spcPts val="0"/>
              </a:spcAft>
              <a:buClr>
                <a:srgbClr val="757575"/>
              </a:buClr>
              <a:buSzPts val="2400"/>
              <a:buFont typeface="Arial"/>
              <a:buNone/>
              <a:defRPr sz="2400">
                <a:solidFill>
                  <a:srgbClr val="757575"/>
                </a:solidFill>
              </a:defRPr>
            </a:lvl3pPr>
            <a:lvl4pPr marL="1828800" lvl="3" indent="-228600" algn="l">
              <a:lnSpc>
                <a:spcPct val="90000"/>
              </a:lnSpc>
              <a:spcBef>
                <a:spcPts val="1000"/>
              </a:spcBef>
              <a:spcAft>
                <a:spcPts val="0"/>
              </a:spcAft>
              <a:buClr>
                <a:srgbClr val="757575"/>
              </a:buClr>
              <a:buSzPts val="2400"/>
              <a:buFont typeface="Arial"/>
              <a:buNone/>
              <a:defRPr sz="2400">
                <a:solidFill>
                  <a:srgbClr val="757575"/>
                </a:solidFill>
              </a:defRPr>
            </a:lvl4pPr>
            <a:lvl5pPr marL="2286000" lvl="4" indent="-228600" algn="l">
              <a:lnSpc>
                <a:spcPct val="90000"/>
              </a:lnSpc>
              <a:spcBef>
                <a:spcPts val="1000"/>
              </a:spcBef>
              <a:spcAft>
                <a:spcPts val="0"/>
              </a:spcAft>
              <a:buClr>
                <a:srgbClr val="757575"/>
              </a:buClr>
              <a:buSzPts val="2400"/>
              <a:buFont typeface="Arial"/>
              <a:buNone/>
              <a:defRPr sz="2400">
                <a:solidFill>
                  <a:srgbClr val="757575"/>
                </a:solidFill>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52" name="Google Shape;52;p32"/>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3"/>
        <p:cNvGrpSpPr/>
        <p:nvPr/>
      </p:nvGrpSpPr>
      <p:grpSpPr>
        <a:xfrm>
          <a:off x="0" y="0"/>
          <a:ext cx="0" cy="0"/>
          <a:chOff x="0" y="0"/>
          <a:chExt cx="0" cy="0"/>
        </a:xfrm>
      </p:grpSpPr>
      <p:sp>
        <p:nvSpPr>
          <p:cNvPr id="54" name="Google Shape;54;p33"/>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55" name="Google Shape;55;p33"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56" name="Google Shape;56;p33"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57" name="Google Shape;57;p33"/>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8" name="Google Shape;58;p33"/>
          <p:cNvSpPr txBox="1">
            <a:spLocks noGrp="1"/>
          </p:cNvSpPr>
          <p:nvPr>
            <p:ph type="title"/>
          </p:nvPr>
        </p:nvSpPr>
        <p:spPr>
          <a:xfrm>
            <a:off x="838200" y="365125"/>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9" name="Google Shape;59;p33"/>
          <p:cNvSpPr txBox="1">
            <a:spLocks noGrp="1"/>
          </p:cNvSpPr>
          <p:nvPr>
            <p:ph type="body" idx="1"/>
          </p:nvPr>
        </p:nvSpPr>
        <p:spPr>
          <a:xfrm>
            <a:off x="838200" y="1825625"/>
            <a:ext cx="5181600" cy="435133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60" name="Google Shape;60;p33"/>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1"/>
        <p:cNvGrpSpPr/>
        <p:nvPr/>
      </p:nvGrpSpPr>
      <p:grpSpPr>
        <a:xfrm>
          <a:off x="0" y="0"/>
          <a:ext cx="0" cy="0"/>
          <a:chOff x="0" y="0"/>
          <a:chExt cx="0" cy="0"/>
        </a:xfrm>
      </p:grpSpPr>
      <p:sp>
        <p:nvSpPr>
          <p:cNvPr id="62" name="Google Shape;62;p34"/>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63" name="Google Shape;63;p34"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64" name="Google Shape;64;p34"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65" name="Google Shape;65;p34"/>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66" name="Google Shape;66;p34"/>
          <p:cNvSpPr txBox="1">
            <a:spLocks noGrp="1"/>
          </p:cNvSpPr>
          <p:nvPr>
            <p:ph type="title"/>
          </p:nvPr>
        </p:nvSpPr>
        <p:spPr>
          <a:xfrm>
            <a:off x="839787" y="365125"/>
            <a:ext cx="10515601"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67" name="Google Shape;67;p34"/>
          <p:cNvSpPr txBox="1">
            <a:spLocks noGrp="1"/>
          </p:cNvSpPr>
          <p:nvPr>
            <p:ph type="body" idx="1"/>
          </p:nvPr>
        </p:nvSpPr>
        <p:spPr>
          <a:xfrm>
            <a:off x="839787" y="1681163"/>
            <a:ext cx="5157790" cy="823914"/>
          </a:xfrm>
          <a:prstGeom prst="rect">
            <a:avLst/>
          </a:prstGeom>
          <a:noFill/>
          <a:ln>
            <a:noFill/>
          </a:ln>
        </p:spPr>
        <p:txBody>
          <a:bodyPr spcFirstLastPara="1" wrap="square" lIns="45675" tIns="45675" rIns="45675" bIns="45675" anchor="b" anchorCtr="0">
            <a:normAutofit/>
          </a:bodyPr>
          <a:lstStyle>
            <a:lvl1pPr marL="457200" lvl="0" indent="-228600" algn="l">
              <a:lnSpc>
                <a:spcPct val="90000"/>
              </a:lnSpc>
              <a:spcBef>
                <a:spcPts val="1000"/>
              </a:spcBef>
              <a:spcAft>
                <a:spcPts val="0"/>
              </a:spcAft>
              <a:buClr>
                <a:srgbClr val="000000"/>
              </a:buClr>
              <a:buSzPts val="2400"/>
              <a:buFont typeface="Arial"/>
              <a:buNone/>
              <a:defRPr sz="2400" b="1"/>
            </a:lvl1pPr>
            <a:lvl2pPr marL="914400" lvl="1" indent="-228600" algn="l">
              <a:lnSpc>
                <a:spcPct val="90000"/>
              </a:lnSpc>
              <a:spcBef>
                <a:spcPts val="1000"/>
              </a:spcBef>
              <a:spcAft>
                <a:spcPts val="0"/>
              </a:spcAft>
              <a:buClr>
                <a:srgbClr val="000000"/>
              </a:buClr>
              <a:buSzPts val="2400"/>
              <a:buFont typeface="Arial"/>
              <a:buNone/>
              <a:defRPr sz="2400" b="1"/>
            </a:lvl2pPr>
            <a:lvl3pPr marL="1371600" lvl="2" indent="-228600" algn="l">
              <a:lnSpc>
                <a:spcPct val="90000"/>
              </a:lnSpc>
              <a:spcBef>
                <a:spcPts val="1000"/>
              </a:spcBef>
              <a:spcAft>
                <a:spcPts val="0"/>
              </a:spcAft>
              <a:buClr>
                <a:srgbClr val="000000"/>
              </a:buClr>
              <a:buSzPts val="2400"/>
              <a:buFont typeface="Arial"/>
              <a:buNone/>
              <a:defRPr sz="2400" b="1"/>
            </a:lvl3pPr>
            <a:lvl4pPr marL="1828800" lvl="3" indent="-228600" algn="l">
              <a:lnSpc>
                <a:spcPct val="90000"/>
              </a:lnSpc>
              <a:spcBef>
                <a:spcPts val="1000"/>
              </a:spcBef>
              <a:spcAft>
                <a:spcPts val="0"/>
              </a:spcAft>
              <a:buClr>
                <a:srgbClr val="000000"/>
              </a:buClr>
              <a:buSzPts val="2400"/>
              <a:buFont typeface="Arial"/>
              <a:buNone/>
              <a:defRPr sz="2400" b="1"/>
            </a:lvl4pPr>
            <a:lvl5pPr marL="2286000" lvl="4" indent="-228600" algn="l">
              <a:lnSpc>
                <a:spcPct val="90000"/>
              </a:lnSpc>
              <a:spcBef>
                <a:spcPts val="1000"/>
              </a:spcBef>
              <a:spcAft>
                <a:spcPts val="0"/>
              </a:spcAft>
              <a:buClr>
                <a:srgbClr val="000000"/>
              </a:buClr>
              <a:buSzPts val="2400"/>
              <a:buFont typeface="Arial"/>
              <a:buNone/>
              <a:defRPr sz="2400" b="1"/>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68" name="Google Shape;68;p34"/>
          <p:cNvSpPr txBox="1">
            <a:spLocks noGrp="1"/>
          </p:cNvSpPr>
          <p:nvPr>
            <p:ph type="body" idx="2"/>
          </p:nvPr>
        </p:nvSpPr>
        <p:spPr>
          <a:xfrm>
            <a:off x="6172200" y="1681163"/>
            <a:ext cx="5183188" cy="823914"/>
          </a:xfrm>
          <a:prstGeom prst="rect">
            <a:avLst/>
          </a:prstGeom>
          <a:noFill/>
          <a:ln>
            <a:noFill/>
          </a:ln>
        </p:spPr>
        <p:txBody>
          <a:bodyPr spcFirstLastPara="1" wrap="square" lIns="45675" tIns="45675" rIns="45675" bIns="45675" anchor="b"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69" name="Google Shape;69;p34"/>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0"/>
        <p:cNvGrpSpPr/>
        <p:nvPr/>
      </p:nvGrpSpPr>
      <p:grpSpPr>
        <a:xfrm>
          <a:off x="0" y="0"/>
          <a:ext cx="0" cy="0"/>
          <a:chOff x="0" y="0"/>
          <a:chExt cx="0" cy="0"/>
        </a:xfrm>
      </p:grpSpPr>
      <p:sp>
        <p:nvSpPr>
          <p:cNvPr id="71" name="Google Shape;71;p35"/>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72" name="Google Shape;72;p35"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73" name="Google Shape;73;p35"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74" name="Google Shape;74;p35"/>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75" name="Google Shape;75;p35"/>
          <p:cNvSpPr txBox="1">
            <a:spLocks noGrp="1"/>
          </p:cNvSpPr>
          <p:nvPr>
            <p:ph type="title"/>
          </p:nvPr>
        </p:nvSpPr>
        <p:spPr>
          <a:xfrm>
            <a:off x="838200" y="365125"/>
            <a:ext cx="10515600" cy="1325563"/>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6" name="Google Shape;76;p35"/>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77"/>
        <p:cNvGrpSpPr/>
        <p:nvPr/>
      </p:nvGrpSpPr>
      <p:grpSpPr>
        <a:xfrm>
          <a:off x="0" y="0"/>
          <a:ext cx="0" cy="0"/>
          <a:chOff x="0" y="0"/>
          <a:chExt cx="0" cy="0"/>
        </a:xfrm>
      </p:grpSpPr>
      <p:sp>
        <p:nvSpPr>
          <p:cNvPr id="78" name="Google Shape;78;p36"/>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79" name="Google Shape;79;p36"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80" name="Google Shape;80;p36"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81" name="Google Shape;81;p36"/>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82" name="Google Shape;82;p36"/>
          <p:cNvSpPr txBox="1">
            <a:spLocks noGrp="1"/>
          </p:cNvSpPr>
          <p:nvPr>
            <p:ph type="title"/>
          </p:nvPr>
        </p:nvSpPr>
        <p:spPr>
          <a:xfrm>
            <a:off x="839787" y="457200"/>
            <a:ext cx="3932240"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3200"/>
              <a:buFont typeface="Play"/>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3" name="Google Shape;83;p36"/>
          <p:cNvSpPr txBox="1">
            <a:spLocks noGrp="1"/>
          </p:cNvSpPr>
          <p:nvPr>
            <p:ph type="body" idx="1"/>
          </p:nvPr>
        </p:nvSpPr>
        <p:spPr>
          <a:xfrm>
            <a:off x="5183187" y="987425"/>
            <a:ext cx="6172202" cy="4873625"/>
          </a:xfrm>
          <a:prstGeom prst="rect">
            <a:avLst/>
          </a:prstGeom>
          <a:noFill/>
          <a:ln>
            <a:noFill/>
          </a:ln>
        </p:spPr>
        <p:txBody>
          <a:bodyPr spcFirstLastPara="1" wrap="square" lIns="45675" tIns="45675" rIns="45675" bIns="45675" anchor="t" anchorCtr="0">
            <a:normAutofit/>
          </a:bodyPr>
          <a:lstStyle>
            <a:lvl1pPr marL="457200" lvl="0" indent="-431800" algn="l">
              <a:lnSpc>
                <a:spcPct val="90000"/>
              </a:lnSpc>
              <a:spcBef>
                <a:spcPts val="1000"/>
              </a:spcBef>
              <a:spcAft>
                <a:spcPts val="0"/>
              </a:spcAft>
              <a:buSzPts val="3200"/>
              <a:buChar char="•"/>
              <a:defRPr sz="3200"/>
            </a:lvl1pPr>
            <a:lvl2pPr marL="914400" lvl="1" indent="-431800" algn="l">
              <a:lnSpc>
                <a:spcPct val="90000"/>
              </a:lnSpc>
              <a:spcBef>
                <a:spcPts val="1000"/>
              </a:spcBef>
              <a:spcAft>
                <a:spcPts val="0"/>
              </a:spcAft>
              <a:buSzPts val="3200"/>
              <a:buChar char="•"/>
              <a:defRPr sz="3200"/>
            </a:lvl2pPr>
            <a:lvl3pPr marL="1371600" lvl="2" indent="-431800" algn="l">
              <a:lnSpc>
                <a:spcPct val="90000"/>
              </a:lnSpc>
              <a:spcBef>
                <a:spcPts val="1000"/>
              </a:spcBef>
              <a:spcAft>
                <a:spcPts val="0"/>
              </a:spcAft>
              <a:buSzPts val="3200"/>
              <a:buChar char="•"/>
              <a:defRPr sz="3200"/>
            </a:lvl3pPr>
            <a:lvl4pPr marL="1828800" lvl="3" indent="-431800" algn="l">
              <a:lnSpc>
                <a:spcPct val="90000"/>
              </a:lnSpc>
              <a:spcBef>
                <a:spcPts val="1000"/>
              </a:spcBef>
              <a:spcAft>
                <a:spcPts val="0"/>
              </a:spcAft>
              <a:buSzPts val="3200"/>
              <a:buChar char="•"/>
              <a:defRPr sz="3200"/>
            </a:lvl4pPr>
            <a:lvl5pPr marL="2286000" lvl="4" indent="-431800" algn="l">
              <a:lnSpc>
                <a:spcPct val="90000"/>
              </a:lnSpc>
              <a:spcBef>
                <a:spcPts val="1000"/>
              </a:spcBef>
              <a:spcAft>
                <a:spcPts val="0"/>
              </a:spcAft>
              <a:buSzPts val="3200"/>
              <a:buChar char="•"/>
              <a:defRPr sz="32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84" name="Google Shape;84;p36"/>
          <p:cNvSpPr txBox="1">
            <a:spLocks noGrp="1"/>
          </p:cNvSpPr>
          <p:nvPr>
            <p:ph type="body" idx="2"/>
          </p:nvPr>
        </p:nvSpPr>
        <p:spPr>
          <a:xfrm>
            <a:off x="839787" y="2057400"/>
            <a:ext cx="3932238" cy="3811588"/>
          </a:xfrm>
          <a:prstGeom prst="rect">
            <a:avLst/>
          </a:prstGeom>
          <a:noFill/>
          <a:ln>
            <a:noFill/>
          </a:ln>
        </p:spPr>
        <p:txBody>
          <a:bodyPr spcFirstLastPara="1" wrap="square" lIns="45675" tIns="45675" rIns="45675" bIns="45675" anchor="t" anchorCtr="0">
            <a:normAutofit/>
          </a:bodyPr>
          <a:lstStyle>
            <a:lvl1pPr marL="457200" lvl="0" indent="-406400" algn="l">
              <a:lnSpc>
                <a:spcPct val="90000"/>
              </a:lnSpc>
              <a:spcBef>
                <a:spcPts val="1000"/>
              </a:spcBef>
              <a:spcAft>
                <a:spcPts val="0"/>
              </a:spcAft>
              <a:buSzPts val="2800"/>
              <a:buChar char="•"/>
              <a:defRPr/>
            </a:lvl1pPr>
            <a:lvl2pPr marL="914400" lvl="1" indent="-406400" algn="l">
              <a:lnSpc>
                <a:spcPct val="90000"/>
              </a:lnSpc>
              <a:spcBef>
                <a:spcPts val="1000"/>
              </a:spcBef>
              <a:spcAft>
                <a:spcPts val="0"/>
              </a:spcAft>
              <a:buSzPts val="2800"/>
              <a:buChar char="•"/>
              <a:defRPr/>
            </a:lvl2pPr>
            <a:lvl3pPr marL="1371600" lvl="2" indent="-406400" algn="l">
              <a:lnSpc>
                <a:spcPct val="90000"/>
              </a:lnSpc>
              <a:spcBef>
                <a:spcPts val="1000"/>
              </a:spcBef>
              <a:spcAft>
                <a:spcPts val="0"/>
              </a:spcAft>
              <a:buSzPts val="2800"/>
              <a:buChar char="•"/>
              <a:defRPr/>
            </a:lvl3pPr>
            <a:lvl4pPr marL="1828800" lvl="3" indent="-406400" algn="l">
              <a:lnSpc>
                <a:spcPct val="90000"/>
              </a:lnSpc>
              <a:spcBef>
                <a:spcPts val="1000"/>
              </a:spcBef>
              <a:spcAft>
                <a:spcPts val="0"/>
              </a:spcAft>
              <a:buSzPts val="2800"/>
              <a:buChar char="•"/>
              <a:defRPr/>
            </a:lvl4pPr>
            <a:lvl5pPr marL="2286000" lvl="4" indent="-406400" algn="l">
              <a:lnSpc>
                <a:spcPct val="90000"/>
              </a:lnSpc>
              <a:spcBef>
                <a:spcPts val="1000"/>
              </a:spcBef>
              <a:spcAft>
                <a:spcPts val="0"/>
              </a:spcAft>
              <a:buSzPts val="2800"/>
              <a:buChar char="•"/>
              <a:defRPr/>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85" name="Google Shape;85;p36"/>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86"/>
        <p:cNvGrpSpPr/>
        <p:nvPr/>
      </p:nvGrpSpPr>
      <p:grpSpPr>
        <a:xfrm>
          <a:off x="0" y="0"/>
          <a:ext cx="0" cy="0"/>
          <a:chOff x="0" y="0"/>
          <a:chExt cx="0" cy="0"/>
        </a:xfrm>
      </p:grpSpPr>
      <p:sp>
        <p:nvSpPr>
          <p:cNvPr id="87" name="Google Shape;87;p37"/>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88" name="Google Shape;88;p37"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89" name="Google Shape;89;p37"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90" name="Google Shape;90;p37"/>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91" name="Google Shape;91;p37"/>
          <p:cNvSpPr txBox="1">
            <a:spLocks noGrp="1"/>
          </p:cNvSpPr>
          <p:nvPr>
            <p:ph type="title"/>
          </p:nvPr>
        </p:nvSpPr>
        <p:spPr>
          <a:xfrm>
            <a:off x="839787" y="457200"/>
            <a:ext cx="3932240"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3200"/>
              <a:buFont typeface="Play"/>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2" name="Google Shape;92;p37"/>
          <p:cNvSpPr>
            <a:spLocks noGrp="1"/>
          </p:cNvSpPr>
          <p:nvPr>
            <p:ph type="pic" idx="2"/>
          </p:nvPr>
        </p:nvSpPr>
        <p:spPr>
          <a:xfrm>
            <a:off x="5183187" y="987425"/>
            <a:ext cx="6172202" cy="4873625"/>
          </a:xfrm>
          <a:prstGeom prst="rect">
            <a:avLst/>
          </a:prstGeom>
          <a:noFill/>
          <a:ln>
            <a:noFill/>
          </a:ln>
        </p:spPr>
      </p:sp>
      <p:sp>
        <p:nvSpPr>
          <p:cNvPr id="93" name="Google Shape;93;p37"/>
          <p:cNvSpPr txBox="1">
            <a:spLocks noGrp="1"/>
          </p:cNvSpPr>
          <p:nvPr>
            <p:ph type="body" idx="1"/>
          </p:nvPr>
        </p:nvSpPr>
        <p:spPr>
          <a:xfrm>
            <a:off x="839787" y="2057400"/>
            <a:ext cx="3932240" cy="3811588"/>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1000"/>
              </a:spcBef>
              <a:spcAft>
                <a:spcPts val="0"/>
              </a:spcAft>
              <a:buClr>
                <a:srgbClr val="000000"/>
              </a:buClr>
              <a:buSzPts val="1600"/>
              <a:buFont typeface="Arial"/>
              <a:buNone/>
              <a:defRPr sz="1600"/>
            </a:lvl1pPr>
            <a:lvl2pPr marL="914400" lvl="1" indent="-228600" algn="l">
              <a:lnSpc>
                <a:spcPct val="90000"/>
              </a:lnSpc>
              <a:spcBef>
                <a:spcPts val="1000"/>
              </a:spcBef>
              <a:spcAft>
                <a:spcPts val="0"/>
              </a:spcAft>
              <a:buClr>
                <a:srgbClr val="000000"/>
              </a:buClr>
              <a:buSzPts val="1600"/>
              <a:buFont typeface="Arial"/>
              <a:buNone/>
              <a:defRPr sz="1600"/>
            </a:lvl2pPr>
            <a:lvl3pPr marL="1371600" lvl="2" indent="-228600" algn="l">
              <a:lnSpc>
                <a:spcPct val="90000"/>
              </a:lnSpc>
              <a:spcBef>
                <a:spcPts val="1000"/>
              </a:spcBef>
              <a:spcAft>
                <a:spcPts val="0"/>
              </a:spcAft>
              <a:buClr>
                <a:srgbClr val="000000"/>
              </a:buClr>
              <a:buSzPts val="1600"/>
              <a:buFont typeface="Arial"/>
              <a:buNone/>
              <a:defRPr sz="1600"/>
            </a:lvl3pPr>
            <a:lvl4pPr marL="1828800" lvl="3" indent="-228600" algn="l">
              <a:lnSpc>
                <a:spcPct val="90000"/>
              </a:lnSpc>
              <a:spcBef>
                <a:spcPts val="1000"/>
              </a:spcBef>
              <a:spcAft>
                <a:spcPts val="0"/>
              </a:spcAft>
              <a:buClr>
                <a:srgbClr val="000000"/>
              </a:buClr>
              <a:buSzPts val="1600"/>
              <a:buFont typeface="Arial"/>
              <a:buNone/>
              <a:defRPr sz="1600"/>
            </a:lvl4pPr>
            <a:lvl5pPr marL="2286000" lvl="4" indent="-228600" algn="l">
              <a:lnSpc>
                <a:spcPct val="90000"/>
              </a:lnSpc>
              <a:spcBef>
                <a:spcPts val="1000"/>
              </a:spcBef>
              <a:spcAft>
                <a:spcPts val="0"/>
              </a:spcAft>
              <a:buClr>
                <a:srgbClr val="000000"/>
              </a:buClr>
              <a:buSzPts val="1600"/>
              <a:buFont typeface="Arial"/>
              <a:buNone/>
              <a:defRPr sz="1600"/>
            </a:lvl5pPr>
            <a:lvl6pPr marL="2743200" lvl="5" indent="-406400" algn="l">
              <a:lnSpc>
                <a:spcPct val="90000"/>
              </a:lnSpc>
              <a:spcBef>
                <a:spcPts val="1000"/>
              </a:spcBef>
              <a:spcAft>
                <a:spcPts val="0"/>
              </a:spcAft>
              <a:buSzPts val="2800"/>
              <a:buChar char="•"/>
              <a:defRPr/>
            </a:lvl6pPr>
            <a:lvl7pPr marL="3200400" lvl="6" indent="-406400" algn="l">
              <a:lnSpc>
                <a:spcPct val="90000"/>
              </a:lnSpc>
              <a:spcBef>
                <a:spcPts val="1000"/>
              </a:spcBef>
              <a:spcAft>
                <a:spcPts val="0"/>
              </a:spcAft>
              <a:buSzPts val="2800"/>
              <a:buChar char="•"/>
              <a:defRPr/>
            </a:lvl7pPr>
            <a:lvl8pPr marL="3657600" lvl="7" indent="-406400" algn="l">
              <a:lnSpc>
                <a:spcPct val="90000"/>
              </a:lnSpc>
              <a:spcBef>
                <a:spcPts val="1000"/>
              </a:spcBef>
              <a:spcAft>
                <a:spcPts val="0"/>
              </a:spcAft>
              <a:buSzPts val="2800"/>
              <a:buChar char="•"/>
              <a:defRPr/>
            </a:lvl8pPr>
            <a:lvl9pPr marL="4114800" lvl="8" indent="-406400" algn="l">
              <a:lnSpc>
                <a:spcPct val="90000"/>
              </a:lnSpc>
              <a:spcBef>
                <a:spcPts val="1000"/>
              </a:spcBef>
              <a:spcAft>
                <a:spcPts val="0"/>
              </a:spcAft>
              <a:buSzPts val="2800"/>
              <a:buChar char="•"/>
              <a:defRPr/>
            </a:lvl9pPr>
          </a:lstStyle>
          <a:p>
            <a:endParaRPr/>
          </a:p>
        </p:txBody>
      </p:sp>
      <p:sp>
        <p:nvSpPr>
          <p:cNvPr id="94" name="Google Shape;94;p37"/>
          <p:cNvSpPr txBox="1">
            <a:spLocks noGrp="1"/>
          </p:cNvSpPr>
          <p:nvPr>
            <p:ph type="sldNum" idx="12"/>
          </p:nvPr>
        </p:nvSpPr>
        <p:spPr>
          <a:xfrm>
            <a:off x="11080185" y="6406805"/>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95"/>
        <p:cNvGrpSpPr/>
        <p:nvPr/>
      </p:nvGrpSpPr>
      <p:grpSpPr>
        <a:xfrm>
          <a:off x="0" y="0"/>
          <a:ext cx="0" cy="0"/>
          <a:chOff x="0" y="0"/>
          <a:chExt cx="0" cy="0"/>
        </a:xfrm>
      </p:grpSpPr>
      <p:sp>
        <p:nvSpPr>
          <p:cNvPr id="96" name="Google Shape;96;p38"/>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97" name="Google Shape;97;p38"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98" name="Google Shape;98;p38"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99" name="Google Shape;99;p38"/>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0" name="Google Shape;100;p38"/>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01" name="Google Shape;101;p38"/>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102" name="Google Shape;102;p38" descr="Google Shape;58;p51"/>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103" name="Google Shape;103;p38" descr="Google Shape;59;p51"/>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104" name="Google Shape;104;p38"/>
          <p:cNvSpPr txBox="1">
            <a:spLocks noGrp="1"/>
          </p:cNvSpPr>
          <p:nvPr>
            <p:ph type="sldNum" idx="12"/>
          </p:nvPr>
        </p:nvSpPr>
        <p:spPr>
          <a:xfrm>
            <a:off x="8463984" y="6224243"/>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105"/>
        <p:cNvGrpSpPr/>
        <p:nvPr/>
      </p:nvGrpSpPr>
      <p:grpSpPr>
        <a:xfrm>
          <a:off x="0" y="0"/>
          <a:ext cx="0" cy="0"/>
          <a:chOff x="0" y="0"/>
          <a:chExt cx="0" cy="0"/>
        </a:xfrm>
      </p:grpSpPr>
      <p:sp>
        <p:nvSpPr>
          <p:cNvPr id="106" name="Google Shape;106;p39"/>
          <p:cNvSpPr/>
          <p:nvPr/>
        </p:nvSpPr>
        <p:spPr>
          <a:xfrm>
            <a:off x="2078653" y="431018"/>
            <a:ext cx="8107245" cy="46504"/>
          </a:xfrm>
          <a:prstGeom prst="rect">
            <a:avLst/>
          </a:prstGeom>
          <a:solidFill>
            <a:srgbClr val="F47D3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pic>
        <p:nvPicPr>
          <p:cNvPr id="107" name="Google Shape;107;p39" descr="Google Shape;7;p40"/>
          <p:cNvPicPr preferRelativeResize="0"/>
          <p:nvPr/>
        </p:nvPicPr>
        <p:blipFill rotWithShape="1">
          <a:blip r:embed="rId2">
            <a:alphaModFix/>
          </a:blip>
          <a:srcRect/>
          <a:stretch/>
        </p:blipFill>
        <p:spPr>
          <a:xfrm>
            <a:off x="10355071" y="178306"/>
            <a:ext cx="1547522" cy="418633"/>
          </a:xfrm>
          <a:prstGeom prst="rect">
            <a:avLst/>
          </a:prstGeom>
          <a:noFill/>
          <a:ln>
            <a:noFill/>
          </a:ln>
        </p:spPr>
      </p:pic>
      <p:pic>
        <p:nvPicPr>
          <p:cNvPr id="108" name="Google Shape;108;p39" descr="Google Shape;8;p40"/>
          <p:cNvPicPr preferRelativeResize="0"/>
          <p:nvPr/>
        </p:nvPicPr>
        <p:blipFill rotWithShape="1">
          <a:blip r:embed="rId3">
            <a:alphaModFix/>
          </a:blip>
          <a:srcRect/>
          <a:stretch/>
        </p:blipFill>
        <p:spPr>
          <a:xfrm>
            <a:off x="328281" y="178306"/>
            <a:ext cx="1581204" cy="505424"/>
          </a:xfrm>
          <a:prstGeom prst="rect">
            <a:avLst/>
          </a:prstGeom>
          <a:noFill/>
          <a:ln>
            <a:noFill/>
          </a:ln>
        </p:spPr>
      </p:pic>
      <p:sp>
        <p:nvSpPr>
          <p:cNvPr id="109" name="Google Shape;109;p39"/>
          <p:cNvSpPr/>
          <p:nvPr/>
        </p:nvSpPr>
        <p:spPr>
          <a:xfrm>
            <a:off x="1" y="6778866"/>
            <a:ext cx="12191997" cy="79133"/>
          </a:xfrm>
          <a:prstGeom prst="rect">
            <a:avLst/>
          </a:prstGeom>
          <a:solidFill>
            <a:srgbClr val="ED771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10" name="Google Shape;110;p39"/>
          <p:cNvSpPr>
            <a:spLocks noGrp="1"/>
          </p:cNvSpPr>
          <p:nvPr>
            <p:ph type="pic" idx="2"/>
          </p:nvPr>
        </p:nvSpPr>
        <p:spPr>
          <a:xfrm>
            <a:off x="0" y="0"/>
            <a:ext cx="12192000" cy="6880543"/>
          </a:xfrm>
          <a:prstGeom prst="rect">
            <a:avLst/>
          </a:prstGeom>
          <a:noFill/>
          <a:ln>
            <a:noFill/>
          </a:ln>
        </p:spPr>
      </p:sp>
      <p:sp>
        <p:nvSpPr>
          <p:cNvPr id="111" name="Google Shape;111;p39"/>
          <p:cNvSpPr txBox="1">
            <a:spLocks noGrp="1"/>
          </p:cNvSpPr>
          <p:nvPr>
            <p:ph type="title"/>
          </p:nvPr>
        </p:nvSpPr>
        <p:spPr>
          <a:xfrm>
            <a:off x="6309359" y="444933"/>
            <a:ext cx="5477479" cy="3291841"/>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rgbClr val="000000"/>
              </a:buClr>
              <a:buSzPts val="6000"/>
              <a:buFont typeface="Play"/>
              <a:buNone/>
              <a:defRPr sz="6000" b="1"/>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2" name="Google Shape;112;p39"/>
          <p:cNvSpPr/>
          <p:nvPr/>
        </p:nvSpPr>
        <p:spPr>
          <a:xfrm>
            <a:off x="6309359" y="3951842"/>
            <a:ext cx="2133602" cy="100586"/>
          </a:xfrm>
          <a:prstGeom prst="rect">
            <a:avLst/>
          </a:prstGeom>
          <a:solidFill>
            <a:srgbClr val="0E284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FFFFFF"/>
              </a:solidFill>
              <a:latin typeface="Arial"/>
              <a:ea typeface="Arial"/>
              <a:cs typeface="Arial"/>
              <a:sym typeface="Arial"/>
            </a:endParaRPr>
          </a:p>
        </p:txBody>
      </p:sp>
      <p:sp>
        <p:nvSpPr>
          <p:cNvPr id="113" name="Google Shape;113;p39"/>
          <p:cNvSpPr txBox="1">
            <a:spLocks noGrp="1"/>
          </p:cNvSpPr>
          <p:nvPr>
            <p:ph type="sldNum" idx="12"/>
          </p:nvPr>
        </p:nvSpPr>
        <p:spPr>
          <a:xfrm>
            <a:off x="8463984" y="6224243"/>
            <a:ext cx="273616" cy="264215"/>
          </a:xfrm>
          <a:prstGeom prst="rect">
            <a:avLst/>
          </a:prstGeom>
          <a:noFill/>
          <a:ln>
            <a:noFill/>
          </a:ln>
        </p:spPr>
        <p:txBody>
          <a:bodyPr spcFirstLastPara="1" wrap="square" lIns="45675" tIns="45675" rIns="45675" bIns="45675" anchor="ctr" anchorCtr="0">
            <a:spAutoFit/>
          </a:bodyPr>
          <a:lstStyle>
            <a:lvl1pPr marL="0" marR="0" lvl="0"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8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156"/>
        <p:cNvGrpSpPr/>
        <p:nvPr/>
      </p:nvGrpSpPr>
      <p:grpSpPr>
        <a:xfrm>
          <a:off x="0" y="0"/>
          <a:ext cx="0" cy="0"/>
          <a:chOff x="0" y="0"/>
          <a:chExt cx="0" cy="0"/>
        </a:xfrm>
      </p:grpSpPr>
      <p:sp>
        <p:nvSpPr>
          <p:cNvPr id="157" name="Google Shape;157;p53"/>
          <p:cNvSpPr txBox="1">
            <a:spLocks noGrp="1"/>
          </p:cNvSpPr>
          <p:nvPr>
            <p:ph type="title"/>
          </p:nvPr>
        </p:nvSpPr>
        <p:spPr>
          <a:xfrm>
            <a:off x="838200" y="812800"/>
            <a:ext cx="10515600" cy="8780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58" name="Google Shape;158;p53"/>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700"/>
              </a:spcBef>
              <a:spcAft>
                <a:spcPts val="0"/>
              </a:spcAft>
              <a:buClr>
                <a:srgbClr val="000000"/>
              </a:buClr>
              <a:buSzPts val="1800"/>
              <a:buNone/>
              <a:defRPr/>
            </a:lvl1pPr>
            <a:lvl2pPr marL="914400" lvl="1" indent="-228600" algn="l">
              <a:lnSpc>
                <a:spcPct val="90000"/>
              </a:lnSpc>
              <a:spcBef>
                <a:spcPts val="700"/>
              </a:spcBef>
              <a:spcAft>
                <a:spcPts val="0"/>
              </a:spcAft>
              <a:buClr>
                <a:srgbClr val="000000"/>
              </a:buClr>
              <a:buSzPts val="1800"/>
              <a:buNone/>
              <a:defRPr/>
            </a:lvl2pPr>
            <a:lvl3pPr marL="1371600" lvl="2" indent="-228600" algn="l">
              <a:lnSpc>
                <a:spcPct val="90000"/>
              </a:lnSpc>
              <a:spcBef>
                <a:spcPts val="700"/>
              </a:spcBef>
              <a:spcAft>
                <a:spcPts val="0"/>
              </a:spcAft>
              <a:buClr>
                <a:srgbClr val="000000"/>
              </a:buClr>
              <a:buSzPts val="1800"/>
              <a:buNone/>
              <a:defRPr/>
            </a:lvl3pPr>
            <a:lvl4pPr marL="1828800" lvl="3" indent="-228600" algn="l">
              <a:lnSpc>
                <a:spcPct val="90000"/>
              </a:lnSpc>
              <a:spcBef>
                <a:spcPts val="700"/>
              </a:spcBef>
              <a:spcAft>
                <a:spcPts val="0"/>
              </a:spcAft>
              <a:buClr>
                <a:srgbClr val="000000"/>
              </a:buClr>
              <a:buSzPts val="1800"/>
              <a:buNone/>
              <a:defRPr/>
            </a:lvl4pPr>
            <a:lvl5pPr marL="2286000" lvl="4" indent="-228600" algn="l">
              <a:lnSpc>
                <a:spcPct val="90000"/>
              </a:lnSpc>
              <a:spcBef>
                <a:spcPts val="700"/>
              </a:spcBef>
              <a:spcAft>
                <a:spcPts val="0"/>
              </a:spcAft>
              <a:buClr>
                <a:srgbClr val="000000"/>
              </a:buClr>
              <a:buSzPts val="1800"/>
              <a:buNone/>
              <a:defRPr/>
            </a:lvl5pPr>
            <a:lvl6pPr marL="2743200" lvl="5" indent="-228600" algn="l">
              <a:lnSpc>
                <a:spcPct val="90000"/>
              </a:lnSpc>
              <a:spcBef>
                <a:spcPts val="700"/>
              </a:spcBef>
              <a:spcAft>
                <a:spcPts val="0"/>
              </a:spcAft>
              <a:buClr>
                <a:srgbClr val="000000"/>
              </a:buClr>
              <a:buSzPts val="1800"/>
              <a:buNone/>
              <a:defRPr/>
            </a:lvl6pPr>
            <a:lvl7pPr marL="3200400" lvl="6" indent="-228600" algn="l">
              <a:lnSpc>
                <a:spcPct val="90000"/>
              </a:lnSpc>
              <a:spcBef>
                <a:spcPts val="700"/>
              </a:spcBef>
              <a:spcAft>
                <a:spcPts val="0"/>
              </a:spcAft>
              <a:buClr>
                <a:srgbClr val="000000"/>
              </a:buClr>
              <a:buSzPts val="1800"/>
              <a:buNone/>
              <a:defRPr/>
            </a:lvl7pPr>
            <a:lvl8pPr marL="3657600" lvl="7" indent="-228600" algn="l">
              <a:lnSpc>
                <a:spcPct val="90000"/>
              </a:lnSpc>
              <a:spcBef>
                <a:spcPts val="700"/>
              </a:spcBef>
              <a:spcAft>
                <a:spcPts val="0"/>
              </a:spcAft>
              <a:buClr>
                <a:srgbClr val="000000"/>
              </a:buClr>
              <a:buSzPts val="1800"/>
              <a:buNone/>
              <a:defRPr/>
            </a:lvl8pPr>
            <a:lvl9pPr marL="4114800" lvl="8" indent="-228600" algn="l">
              <a:lnSpc>
                <a:spcPct val="90000"/>
              </a:lnSpc>
              <a:spcBef>
                <a:spcPts val="700"/>
              </a:spcBef>
              <a:spcAft>
                <a:spcPts val="0"/>
              </a:spcAft>
              <a:buClr>
                <a:srgbClr val="000000"/>
              </a:buClr>
              <a:buSzPts val="1800"/>
              <a:buNone/>
              <a:defRPr/>
            </a:lvl9pPr>
          </a:lstStyle>
          <a:p>
            <a:endParaRPr/>
          </a:p>
        </p:txBody>
      </p:sp>
      <p:sp>
        <p:nvSpPr>
          <p:cNvPr id="159" name="Google Shape;159;p53"/>
          <p:cNvSpPr txBox="1">
            <a:spLocks noGrp="1"/>
          </p:cNvSpPr>
          <p:nvPr>
            <p:ph type="sldNum" idx="12"/>
          </p:nvPr>
        </p:nvSpPr>
        <p:spPr>
          <a:xfrm>
            <a:off x="11133797" y="6405112"/>
            <a:ext cx="220000" cy="36929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sz="1800">
              <a:solidFill>
                <a:srgbClr val="888888"/>
              </a:solidFill>
            </a:endParaRPr>
          </a:p>
        </p:txBody>
      </p:sp>
    </p:spTree>
    <p:extLst>
      <p:ext uri="{BB962C8B-B14F-4D97-AF65-F5344CB8AC3E}">
        <p14:creationId xmlns:p14="http://schemas.microsoft.com/office/powerpoint/2010/main" val="2258206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609600" y="92074"/>
            <a:ext cx="10972800" cy="1508127"/>
          </a:xfrm>
          <a:prstGeom prst="rect">
            <a:avLst/>
          </a:prstGeom>
          <a:noFill/>
          <a:ln>
            <a:noFill/>
          </a:ln>
        </p:spPr>
        <p:txBody>
          <a:bodyPr spcFirstLastPara="1" wrap="square" lIns="45675" tIns="45675" rIns="45675" bIns="45675" anchor="ctr" anchorCtr="0">
            <a:normAutofit/>
          </a:bodyPr>
          <a:lstStyle>
            <a:lvl1pPr marR="0" lvl="0"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1pPr>
            <a:lvl2pPr marR="0" lvl="1"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2pPr>
            <a:lvl3pPr marR="0" lvl="2"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3pPr>
            <a:lvl4pPr marR="0" lvl="3"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4pPr>
            <a:lvl5pPr marR="0" lvl="4"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5pPr>
            <a:lvl6pPr marR="0" lvl="5"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6pPr>
            <a:lvl7pPr marR="0" lvl="6"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7pPr>
            <a:lvl8pPr marR="0" lvl="7"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8pPr>
            <a:lvl9pPr marR="0" lvl="8" algn="l" rtl="0">
              <a:lnSpc>
                <a:spcPct val="90000"/>
              </a:lnSpc>
              <a:spcBef>
                <a:spcPts val="0"/>
              </a:spcBef>
              <a:spcAft>
                <a:spcPts val="0"/>
              </a:spcAft>
              <a:buClr>
                <a:srgbClr val="000000"/>
              </a:buClr>
              <a:buSzPts val="4400"/>
              <a:buFont typeface="Play"/>
              <a:buNone/>
              <a:defRPr sz="4400" b="0" i="0" u="none" strike="noStrike" cap="none">
                <a:solidFill>
                  <a:srgbClr val="000000"/>
                </a:solidFill>
                <a:latin typeface="Play"/>
                <a:ea typeface="Play"/>
                <a:cs typeface="Play"/>
                <a:sym typeface="Play"/>
              </a:defRPr>
            </a:lvl9pPr>
          </a:lstStyle>
          <a:p>
            <a:endParaRPr/>
          </a:p>
        </p:txBody>
      </p:sp>
      <p:sp>
        <p:nvSpPr>
          <p:cNvPr id="7" name="Google Shape;7;p25"/>
          <p:cNvSpPr txBox="1">
            <a:spLocks noGrp="1"/>
          </p:cNvSpPr>
          <p:nvPr>
            <p:ph type="body" idx="1"/>
          </p:nvPr>
        </p:nvSpPr>
        <p:spPr>
          <a:xfrm>
            <a:off x="609600" y="1600200"/>
            <a:ext cx="10972800" cy="5257800"/>
          </a:xfrm>
          <a:prstGeom prst="rect">
            <a:avLst/>
          </a:prstGeom>
          <a:noFill/>
          <a:ln>
            <a:noFill/>
          </a:ln>
        </p:spPr>
        <p:txBody>
          <a:bodyPr spcFirstLastPara="1" wrap="square" lIns="45675" tIns="45675" rIns="45675" bIns="45675"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8" name="Google Shape;8;p25"/>
          <p:cNvSpPr txBox="1">
            <a:spLocks noGrp="1"/>
          </p:cNvSpPr>
          <p:nvPr>
            <p:ph type="sldNum" idx="12"/>
          </p:nvPr>
        </p:nvSpPr>
        <p:spPr>
          <a:xfrm>
            <a:off x="8610479" y="6356659"/>
            <a:ext cx="358304" cy="364401"/>
          </a:xfrm>
          <a:prstGeom prst="rect">
            <a:avLst/>
          </a:prstGeom>
          <a:noFill/>
          <a:ln>
            <a:noFill/>
          </a:ln>
        </p:spPr>
        <p:txBody>
          <a:bodyPr spcFirstLastPara="1" wrap="square" lIns="45675" tIns="45675" rIns="45675" bIns="45675" anchor="ctr" anchorCtr="0">
            <a:spAutoFit/>
          </a:bodyPr>
          <a:lstStyle>
            <a:lvl1pPr marL="0" marR="0" lvl="0"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l"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l"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
          <p:cNvSpPr txBox="1"/>
          <p:nvPr/>
        </p:nvSpPr>
        <p:spPr>
          <a:xfrm>
            <a:off x="170697" y="1288918"/>
            <a:ext cx="11705700" cy="76950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Clr>
                <a:srgbClr val="3803BD"/>
              </a:buClr>
              <a:buSzPts val="1800"/>
              <a:buFont typeface="Times New Roman"/>
              <a:buNone/>
            </a:pPr>
            <a:r>
              <a:rPr lang="en-US" sz="4400" b="1" i="0" u="sng" strike="noStrike" cap="none">
                <a:solidFill>
                  <a:srgbClr val="3803BD"/>
                </a:solidFill>
                <a:latin typeface="Times New Roman"/>
                <a:ea typeface="Times New Roman"/>
                <a:cs typeface="Times New Roman"/>
                <a:sym typeface="Times New Roman"/>
              </a:rPr>
              <a:t>Lecture Zero</a:t>
            </a:r>
            <a:endParaRPr sz="4400" b="0" i="0" u="sng" strike="noStrike" cap="none">
              <a:solidFill>
                <a:srgbClr val="000000"/>
              </a:solidFill>
              <a:latin typeface="Arial"/>
              <a:ea typeface="Arial"/>
              <a:cs typeface="Arial"/>
              <a:sym typeface="Arial"/>
            </a:endParaRPr>
          </a:p>
        </p:txBody>
      </p:sp>
      <p:sp>
        <p:nvSpPr>
          <p:cNvPr id="119" name="Google Shape;119;p1"/>
          <p:cNvSpPr txBox="1"/>
          <p:nvPr/>
        </p:nvSpPr>
        <p:spPr>
          <a:xfrm>
            <a:off x="1320250" y="2248300"/>
            <a:ext cx="9068700" cy="2439600"/>
          </a:xfrm>
          <a:prstGeom prst="rect">
            <a:avLst/>
          </a:prstGeom>
          <a:noFill/>
          <a:ln>
            <a:noFill/>
          </a:ln>
        </p:spPr>
        <p:txBody>
          <a:bodyPr spcFirstLastPara="1" wrap="square" lIns="91425" tIns="91425" rIns="91425" bIns="91425" anchor="t" anchorCtr="0">
            <a:spAutoFit/>
          </a:bodyPr>
          <a:lstStyle/>
          <a:p>
            <a:pPr marL="0" lvl="1" indent="8252" algn="ctr" rtl="0">
              <a:lnSpc>
                <a:spcPct val="150000"/>
              </a:lnSpc>
              <a:spcBef>
                <a:spcPts val="0"/>
              </a:spcBef>
              <a:spcAft>
                <a:spcPts val="0"/>
              </a:spcAft>
              <a:buClr>
                <a:schemeClr val="dk1"/>
              </a:buClr>
              <a:buSzPts val="1600"/>
              <a:buFont typeface="Times New Roman"/>
              <a:buNone/>
            </a:pPr>
            <a:r>
              <a:rPr lang="en-US" sz="3500" b="1">
                <a:solidFill>
                  <a:schemeClr val="dk1"/>
                </a:solidFill>
                <a:latin typeface="Times New Roman"/>
                <a:ea typeface="Times New Roman"/>
                <a:cs typeface="Times New Roman"/>
                <a:sym typeface="Times New Roman"/>
              </a:rPr>
              <a:t>CSG202</a:t>
            </a:r>
            <a:endParaRPr sz="2900">
              <a:solidFill>
                <a:schemeClr val="dk1"/>
              </a:solidFill>
              <a:latin typeface="Times New Roman"/>
              <a:ea typeface="Times New Roman"/>
              <a:cs typeface="Times New Roman"/>
              <a:sym typeface="Times New Roman"/>
            </a:endParaRPr>
          </a:p>
          <a:p>
            <a:pPr marL="0" lvl="1" indent="8252" algn="ctr" rtl="0">
              <a:lnSpc>
                <a:spcPct val="150000"/>
              </a:lnSpc>
              <a:spcBef>
                <a:spcPts val="0"/>
              </a:spcBef>
              <a:spcAft>
                <a:spcPts val="0"/>
              </a:spcAft>
              <a:buClr>
                <a:schemeClr val="dk1"/>
              </a:buClr>
              <a:buFont typeface="Arial"/>
              <a:buNone/>
            </a:pPr>
            <a:r>
              <a:rPr lang="en-US" sz="3600" b="1">
                <a:solidFill>
                  <a:schemeClr val="dk1"/>
                </a:solidFill>
                <a:latin typeface="Times New Roman"/>
                <a:ea typeface="Times New Roman"/>
                <a:cs typeface="Times New Roman"/>
                <a:sym typeface="Times New Roman"/>
              </a:rPr>
              <a:t>Generative AI Fundamentals</a:t>
            </a:r>
            <a:endParaRPr sz="3600" b="1">
              <a:solidFill>
                <a:schemeClr val="dk1"/>
              </a:solidFill>
              <a:latin typeface="Times New Roman"/>
              <a:ea typeface="Times New Roman"/>
              <a:cs typeface="Times New Roman"/>
              <a:sym typeface="Times New Roman"/>
            </a:endParaRPr>
          </a:p>
          <a:p>
            <a:pPr marL="114300" lvl="0" indent="0" algn="ctr" rtl="0">
              <a:lnSpc>
                <a:spcPct val="90000"/>
              </a:lnSpc>
              <a:spcBef>
                <a:spcPts val="0"/>
              </a:spcBef>
              <a:spcAft>
                <a:spcPts val="0"/>
              </a:spcAft>
              <a:buNone/>
            </a:pPr>
            <a:endParaRPr sz="4000" b="1">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f828d11e97_0_0"/>
          <p:cNvSpPr txBox="1"/>
          <p:nvPr/>
        </p:nvSpPr>
        <p:spPr>
          <a:xfrm>
            <a:off x="481975" y="1941700"/>
            <a:ext cx="10316100" cy="2662237"/>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US" sz="2800" dirty="0">
                <a:solidFill>
                  <a:schemeClr val="dk1"/>
                </a:solidFill>
                <a:latin typeface="Times New Roman"/>
                <a:ea typeface="Times New Roman"/>
                <a:cs typeface="Times New Roman"/>
                <a:sym typeface="Times New Roman"/>
              </a:rPr>
              <a:t>•</a:t>
            </a:r>
            <a:r>
              <a:rPr lang="en-US" sz="2800" b="1" dirty="0">
                <a:solidFill>
                  <a:schemeClr val="dk1"/>
                </a:solidFill>
                <a:latin typeface="Times New Roman"/>
                <a:ea typeface="Times New Roman"/>
                <a:cs typeface="Times New Roman"/>
                <a:sym typeface="Times New Roman"/>
              </a:rPr>
              <a:t>Course Code : CSG202</a:t>
            </a:r>
            <a:endParaRPr sz="2800" dirty="0">
              <a:solidFill>
                <a:schemeClr val="dk1"/>
              </a:solidFill>
              <a:latin typeface="Times New Roman"/>
              <a:ea typeface="Times New Roman"/>
              <a:cs typeface="Times New Roman"/>
              <a:sym typeface="Times New Roman"/>
            </a:endParaRPr>
          </a:p>
          <a:p>
            <a:pPr lvl="0" algn="just">
              <a:lnSpc>
                <a:spcPct val="115000"/>
              </a:lnSpc>
            </a:pPr>
            <a:r>
              <a:rPr lang="en-US" sz="2800" dirty="0">
                <a:solidFill>
                  <a:schemeClr val="dk1"/>
                </a:solidFill>
                <a:latin typeface="Times New Roman"/>
                <a:ea typeface="Times New Roman"/>
                <a:cs typeface="Times New Roman"/>
                <a:sym typeface="Times New Roman"/>
              </a:rPr>
              <a:t>•</a:t>
            </a:r>
            <a:r>
              <a:rPr lang="en-US" sz="2800" b="1" dirty="0">
                <a:solidFill>
                  <a:schemeClr val="dk1"/>
                </a:solidFill>
                <a:latin typeface="Times New Roman"/>
                <a:ea typeface="Times New Roman"/>
                <a:cs typeface="Times New Roman"/>
                <a:sym typeface="Times New Roman"/>
              </a:rPr>
              <a:t>Course Title : </a:t>
            </a:r>
            <a:r>
              <a:rPr lang="en-US" sz="2800" dirty="0">
                <a:latin typeface="Times New Roman"/>
                <a:ea typeface="Times New Roman"/>
                <a:cs typeface="Times New Roman"/>
                <a:sym typeface="Times New Roman"/>
              </a:rPr>
              <a:t>Generative AI Fundamentals</a:t>
            </a:r>
            <a:endParaRPr sz="28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2800" dirty="0">
                <a:solidFill>
                  <a:schemeClr val="dk1"/>
                </a:solidFill>
                <a:latin typeface="Times New Roman"/>
                <a:ea typeface="Times New Roman"/>
                <a:cs typeface="Times New Roman"/>
                <a:sym typeface="Times New Roman"/>
              </a:rPr>
              <a:t>•</a:t>
            </a:r>
            <a:r>
              <a:rPr lang="en-US" sz="2800" b="1" dirty="0">
                <a:solidFill>
                  <a:schemeClr val="dk1"/>
                </a:solidFill>
                <a:latin typeface="Times New Roman"/>
                <a:ea typeface="Times New Roman"/>
                <a:cs typeface="Times New Roman"/>
                <a:sym typeface="Times New Roman"/>
              </a:rPr>
              <a:t>L-T-P Structure :</a:t>
            </a:r>
            <a:r>
              <a:rPr lang="en-US" sz="2800" dirty="0">
                <a:solidFill>
                  <a:schemeClr val="dk1"/>
                </a:solidFill>
                <a:latin typeface="Times New Roman"/>
                <a:ea typeface="Times New Roman"/>
                <a:cs typeface="Times New Roman"/>
                <a:sym typeface="Times New Roman"/>
              </a:rPr>
              <a:t> 2 0 2</a:t>
            </a:r>
            <a:endParaRPr sz="28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2800" dirty="0">
                <a:solidFill>
                  <a:schemeClr val="dk1"/>
                </a:solidFill>
                <a:latin typeface="Times New Roman"/>
                <a:ea typeface="Times New Roman"/>
                <a:cs typeface="Times New Roman"/>
                <a:sym typeface="Times New Roman"/>
              </a:rPr>
              <a:t>•</a:t>
            </a:r>
            <a:r>
              <a:rPr lang="en-US" sz="2800" b="1" dirty="0">
                <a:solidFill>
                  <a:schemeClr val="dk1"/>
                </a:solidFill>
                <a:latin typeface="Times New Roman"/>
                <a:ea typeface="Times New Roman"/>
                <a:cs typeface="Times New Roman"/>
                <a:sym typeface="Times New Roman"/>
              </a:rPr>
              <a:t>Credits:</a:t>
            </a:r>
            <a:r>
              <a:rPr lang="en-US" sz="2800" dirty="0">
                <a:solidFill>
                  <a:schemeClr val="dk1"/>
                </a:solidFill>
                <a:latin typeface="Times New Roman"/>
                <a:ea typeface="Times New Roman"/>
                <a:cs typeface="Times New Roman"/>
                <a:sym typeface="Times New Roman"/>
              </a:rPr>
              <a:t> 03</a:t>
            </a:r>
            <a:endParaRPr sz="28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2800" dirty="0">
                <a:solidFill>
                  <a:schemeClr val="dk1"/>
                </a:solidFill>
                <a:latin typeface="Times New Roman"/>
                <a:ea typeface="Times New Roman"/>
                <a:cs typeface="Times New Roman"/>
                <a:sym typeface="Times New Roman"/>
              </a:rPr>
              <a:t>•</a:t>
            </a:r>
            <a:r>
              <a:rPr lang="en-US" sz="2800" b="1" dirty="0">
                <a:solidFill>
                  <a:schemeClr val="dk1"/>
                </a:solidFill>
                <a:latin typeface="Times New Roman"/>
                <a:ea typeface="Times New Roman"/>
                <a:cs typeface="Times New Roman"/>
                <a:sym typeface="Times New Roman"/>
              </a:rPr>
              <a:t>Nature of Course : </a:t>
            </a:r>
            <a:r>
              <a:rPr lang="en-US" sz="2800" dirty="0">
                <a:solidFill>
                  <a:schemeClr val="dk1"/>
                </a:solidFill>
                <a:latin typeface="Times New Roman"/>
                <a:ea typeface="Times New Roman"/>
                <a:cs typeface="Times New Roman"/>
                <a:sym typeface="Times New Roman"/>
              </a:rPr>
              <a:t>Core</a:t>
            </a:r>
            <a:endParaRPr sz="2800" dirty="0">
              <a:solidFill>
                <a:schemeClr val="dk1"/>
              </a:solidFill>
              <a:latin typeface="Times New Roman"/>
              <a:ea typeface="Times New Roman"/>
              <a:cs typeface="Times New Roman"/>
              <a:sym typeface="Times New Roman"/>
            </a:endParaRPr>
          </a:p>
        </p:txBody>
      </p:sp>
      <p:sp>
        <p:nvSpPr>
          <p:cNvPr id="113" name="Google Shape;113;g3f828d11e97_0_0"/>
          <p:cNvSpPr txBox="1"/>
          <p:nvPr/>
        </p:nvSpPr>
        <p:spPr>
          <a:xfrm>
            <a:off x="481975" y="895125"/>
            <a:ext cx="64878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a:solidFill>
                  <a:srgbClr val="FF0000"/>
                </a:solidFill>
                <a:latin typeface="Calibri"/>
                <a:ea typeface="Calibri"/>
                <a:cs typeface="Calibri"/>
                <a:sym typeface="Calibri"/>
              </a:rPr>
              <a:t>Course Introduction</a:t>
            </a:r>
            <a:r>
              <a:rPr lang="en-US" sz="1100">
                <a:solidFill>
                  <a:schemeClr val="dk1"/>
                </a:solidFill>
              </a:rPr>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g3f53bdeb0f5_0_0"/>
          <p:cNvPicPr preferRelativeResize="0"/>
          <p:nvPr/>
        </p:nvPicPr>
        <p:blipFill rotWithShape="1">
          <a:blip r:embed="rId3">
            <a:alphaModFix/>
          </a:blip>
          <a:srcRect t="8492"/>
          <a:stretch/>
        </p:blipFill>
        <p:spPr>
          <a:xfrm>
            <a:off x="152400" y="806650"/>
            <a:ext cx="11650124" cy="58989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graphicFrame>
        <p:nvGraphicFramePr>
          <p:cNvPr id="139" name="Google Shape;139;p3"/>
          <p:cNvGraphicFramePr/>
          <p:nvPr/>
        </p:nvGraphicFramePr>
        <p:xfrm>
          <a:off x="203235" y="1160231"/>
          <a:ext cx="11820550" cy="5272500"/>
        </p:xfrm>
        <a:graphic>
          <a:graphicData uri="http://schemas.openxmlformats.org/drawingml/2006/table">
            <a:tbl>
              <a:tblPr firstRow="1" firstCol="1" bandRow="1">
                <a:noFill/>
                <a:tableStyleId>{4ACA294B-F383-4D2F-A8AD-6F708B761A83}</a:tableStyleId>
              </a:tblPr>
              <a:tblGrid>
                <a:gridCol w="1295650">
                  <a:extLst>
                    <a:ext uri="{9D8B030D-6E8A-4147-A177-3AD203B41FA5}">
                      <a16:colId xmlns:a16="http://schemas.microsoft.com/office/drawing/2014/main" val="20000"/>
                    </a:ext>
                  </a:extLst>
                </a:gridCol>
                <a:gridCol w="10524900">
                  <a:extLst>
                    <a:ext uri="{9D8B030D-6E8A-4147-A177-3AD203B41FA5}">
                      <a16:colId xmlns:a16="http://schemas.microsoft.com/office/drawing/2014/main" val="20001"/>
                    </a:ext>
                  </a:extLst>
                </a:gridCol>
              </a:tblGrid>
              <a:tr h="780600">
                <a:tc>
                  <a:txBody>
                    <a:bodyPr/>
                    <a:lstStyle/>
                    <a:p>
                      <a:pPr marL="0" marR="0" lvl="0" indent="0" algn="ctr" rtl="0">
                        <a:lnSpc>
                          <a:spcPct val="130000"/>
                        </a:lnSpc>
                        <a:spcBef>
                          <a:spcPts val="0"/>
                        </a:spcBef>
                        <a:spcAft>
                          <a:spcPts val="0"/>
                        </a:spcAft>
                        <a:buClr>
                          <a:srgbClr val="FFFFFF"/>
                        </a:buClr>
                        <a:buSzPts val="1800"/>
                        <a:buFont typeface="Times New Roman"/>
                        <a:buNone/>
                      </a:pPr>
                      <a:r>
                        <a:rPr lang="en-US" sz="1800" b="1" u="none" strike="noStrike" cap="none">
                          <a:solidFill>
                            <a:srgbClr val="FFFFFF"/>
                          </a:solidFill>
                          <a:latin typeface="Times New Roman"/>
                          <a:ea typeface="Times New Roman"/>
                          <a:cs typeface="Times New Roman"/>
                          <a:sym typeface="Times New Roman"/>
                        </a:rPr>
                        <a:t>Course Outcome</a:t>
                      </a:r>
                      <a:endParaRPr sz="1400" u="none" strike="noStrike" cap="none"/>
                    </a:p>
                  </a:txBody>
                  <a:tcPr marL="0" marR="0" marT="0" marB="0" anchor="ctr"/>
                </a:tc>
                <a:tc>
                  <a:txBody>
                    <a:bodyPr/>
                    <a:lstStyle/>
                    <a:p>
                      <a:pPr marL="0" marR="0" lvl="0" indent="0" algn="ctr" rtl="0">
                        <a:lnSpc>
                          <a:spcPct val="130000"/>
                        </a:lnSpc>
                        <a:spcBef>
                          <a:spcPts val="0"/>
                        </a:spcBef>
                        <a:spcAft>
                          <a:spcPts val="0"/>
                        </a:spcAft>
                        <a:buClr>
                          <a:srgbClr val="FFFFFF"/>
                        </a:buClr>
                        <a:buSzPts val="2000"/>
                        <a:buFont typeface="Times New Roman"/>
                        <a:buNone/>
                      </a:pPr>
                      <a:r>
                        <a:rPr lang="en-US" sz="2000" b="1" u="none" strike="noStrike" cap="none">
                          <a:solidFill>
                            <a:srgbClr val="FFFFFF"/>
                          </a:solidFill>
                          <a:latin typeface="Times New Roman"/>
                          <a:ea typeface="Times New Roman"/>
                          <a:cs typeface="Times New Roman"/>
                          <a:sym typeface="Times New Roman"/>
                        </a:rPr>
                        <a:t>DESCRIPTION</a:t>
                      </a:r>
                      <a:endParaRPr sz="1400" u="none" strike="noStrike" cap="none"/>
                    </a:p>
                  </a:txBody>
                  <a:tcPr marL="0" marR="0" marT="0" marB="0" anchor="ctr"/>
                </a:tc>
                <a:extLst>
                  <a:ext uri="{0D108BD9-81ED-4DB2-BD59-A6C34878D82A}">
                    <a16:rowId xmlns:a16="http://schemas.microsoft.com/office/drawing/2014/main" val="10000"/>
                  </a:ext>
                </a:extLst>
              </a:tr>
              <a:tr h="524650">
                <a:tc>
                  <a:txBody>
                    <a:bodyPr/>
                    <a:lstStyle/>
                    <a:p>
                      <a:pPr marL="0" marR="0" lvl="0" indent="0" algn="ctr" rtl="0">
                        <a:lnSpc>
                          <a:spcPct val="130000"/>
                        </a:lnSpc>
                        <a:spcBef>
                          <a:spcPts val="0"/>
                        </a:spcBef>
                        <a:spcAft>
                          <a:spcPts val="0"/>
                        </a:spcAft>
                        <a:buClr>
                          <a:srgbClr val="FFFF00"/>
                        </a:buClr>
                        <a:buSzPts val="1800"/>
                        <a:buFont typeface="Times New Roman"/>
                        <a:buNone/>
                      </a:pPr>
                      <a:r>
                        <a:rPr lang="en-US" sz="1800" b="1" u="none" strike="noStrike" cap="none">
                          <a:solidFill>
                            <a:srgbClr val="FFFF00"/>
                          </a:solidFill>
                          <a:latin typeface="Times New Roman"/>
                          <a:ea typeface="Times New Roman"/>
                          <a:cs typeface="Times New Roman"/>
                          <a:sym typeface="Times New Roman"/>
                        </a:rPr>
                        <a:t>CO 1</a:t>
                      </a:r>
                      <a:endParaRPr sz="1400" u="none" strike="noStrike" cap="none"/>
                    </a:p>
                  </a:txBody>
                  <a:tcPr marL="0" marR="0" marT="0" marB="0" anchor="ctr"/>
                </a:tc>
                <a:tc>
                  <a:txBody>
                    <a:bodyPr/>
                    <a:lstStyle/>
                    <a:p>
                      <a:pPr marL="471805" marR="0" lvl="0" indent="-228600" algn="just" rtl="0">
                        <a:lnSpc>
                          <a:spcPct val="115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Understand the fundamental concepts of Generative AI and its distinction from traditional machine learning.</a:t>
                      </a:r>
                      <a:endParaRPr sz="18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1"/>
                  </a:ext>
                </a:extLst>
              </a:tr>
              <a:tr h="854450">
                <a:tc>
                  <a:txBody>
                    <a:bodyPr/>
                    <a:lstStyle/>
                    <a:p>
                      <a:pPr marL="0" marR="0" lvl="0" indent="0" algn="ctr" rtl="0">
                        <a:lnSpc>
                          <a:spcPct val="130000"/>
                        </a:lnSpc>
                        <a:spcBef>
                          <a:spcPts val="0"/>
                        </a:spcBef>
                        <a:spcAft>
                          <a:spcPts val="0"/>
                        </a:spcAft>
                        <a:buClr>
                          <a:srgbClr val="FFFF00"/>
                        </a:buClr>
                        <a:buSzPts val="1800"/>
                        <a:buFont typeface="Times New Roman"/>
                        <a:buNone/>
                      </a:pPr>
                      <a:r>
                        <a:rPr lang="en-US" sz="1800" b="1" u="none" strike="noStrike" cap="none">
                          <a:solidFill>
                            <a:srgbClr val="FFFF00"/>
                          </a:solidFill>
                          <a:latin typeface="Times New Roman"/>
                          <a:ea typeface="Times New Roman"/>
                          <a:cs typeface="Times New Roman"/>
                          <a:sym typeface="Times New Roman"/>
                        </a:rPr>
                        <a:t>CO 2</a:t>
                      </a:r>
                      <a:endParaRPr sz="1400" u="none" strike="noStrike" cap="none"/>
                    </a:p>
                  </a:txBody>
                  <a:tcPr marL="0" marR="0" marT="0" marB="0" anchor="ctr"/>
                </a:tc>
                <a:tc>
                  <a:txBody>
                    <a:bodyPr/>
                    <a:lstStyle/>
                    <a:p>
                      <a:pPr marL="471805" marR="0" lvl="0" indent="-228600" algn="just" rtl="0">
                        <a:lnSpc>
                          <a:spcPct val="115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Explain the core components and applications of Large Language Models (LLMs).</a:t>
                      </a:r>
                      <a:endParaRPr sz="18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2"/>
                  </a:ext>
                </a:extLst>
              </a:tr>
              <a:tr h="778200">
                <a:tc>
                  <a:txBody>
                    <a:bodyPr/>
                    <a:lstStyle/>
                    <a:p>
                      <a:pPr marL="0" marR="0" lvl="0" indent="0" algn="ctr" rtl="0">
                        <a:lnSpc>
                          <a:spcPct val="130000"/>
                        </a:lnSpc>
                        <a:spcBef>
                          <a:spcPts val="0"/>
                        </a:spcBef>
                        <a:spcAft>
                          <a:spcPts val="0"/>
                        </a:spcAft>
                        <a:buClr>
                          <a:srgbClr val="FFFF00"/>
                        </a:buClr>
                        <a:buSzPts val="1800"/>
                        <a:buFont typeface="Times New Roman"/>
                        <a:buNone/>
                      </a:pPr>
                      <a:r>
                        <a:rPr lang="en-US" sz="1800" b="1" u="none" strike="noStrike" cap="none">
                          <a:solidFill>
                            <a:srgbClr val="FFFF00"/>
                          </a:solidFill>
                          <a:latin typeface="Times New Roman"/>
                          <a:ea typeface="Times New Roman"/>
                          <a:cs typeface="Times New Roman"/>
                          <a:sym typeface="Times New Roman"/>
                        </a:rPr>
                        <a:t>CO 3</a:t>
                      </a:r>
                      <a:endParaRPr sz="1400" u="none" strike="noStrike" cap="none"/>
                    </a:p>
                  </a:txBody>
                  <a:tcPr marL="0" marR="0" marT="0" marB="0" anchor="ctr"/>
                </a:tc>
                <a:tc>
                  <a:txBody>
                    <a:bodyPr/>
                    <a:lstStyle/>
                    <a:p>
                      <a:pPr marL="471805" marR="0" lvl="0" indent="-228600" algn="just" rtl="0">
                        <a:lnSpc>
                          <a:spcPct val="115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Apply prompt engineering techniques to effectively interact with and optimize Generative AI models, specifically within Vertex AI.</a:t>
                      </a:r>
                      <a:endParaRPr sz="18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3"/>
                  </a:ext>
                </a:extLst>
              </a:tr>
              <a:tr h="778200">
                <a:tc>
                  <a:txBody>
                    <a:bodyPr/>
                    <a:lstStyle/>
                    <a:p>
                      <a:pPr marL="0" marR="0" lvl="0" indent="0" algn="ctr" rtl="0">
                        <a:lnSpc>
                          <a:spcPct val="130000"/>
                        </a:lnSpc>
                        <a:spcBef>
                          <a:spcPts val="0"/>
                        </a:spcBef>
                        <a:spcAft>
                          <a:spcPts val="0"/>
                        </a:spcAft>
                        <a:buClr>
                          <a:srgbClr val="FFFF00"/>
                        </a:buClr>
                        <a:buSzPts val="1800"/>
                        <a:buFont typeface="Times New Roman"/>
                        <a:buNone/>
                      </a:pPr>
                      <a:r>
                        <a:rPr lang="en-US" sz="1800" b="1" u="none" strike="noStrike" cap="none">
                          <a:solidFill>
                            <a:srgbClr val="FFFF00"/>
                          </a:solidFill>
                          <a:latin typeface="Times New Roman"/>
                          <a:ea typeface="Times New Roman"/>
                          <a:cs typeface="Times New Roman"/>
                          <a:sym typeface="Times New Roman"/>
                        </a:rPr>
                        <a:t>CO 4</a:t>
                      </a:r>
                      <a:endParaRPr sz="1400" u="none" strike="noStrike" cap="none"/>
                    </a:p>
                  </a:txBody>
                  <a:tcPr marL="0" marR="0" marT="0" marB="0" anchor="ctr"/>
                </a:tc>
                <a:tc>
                  <a:txBody>
                    <a:bodyPr/>
                    <a:lstStyle/>
                    <a:p>
                      <a:pPr marL="471805" marR="0" lvl="0" indent="-228600" algn="just" rtl="0">
                        <a:lnSpc>
                          <a:spcPct val="115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Analyze the ethical considerations and principles of Responsible AI in the development and deployment of AI systems.</a:t>
                      </a:r>
                      <a:endParaRPr sz="18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4"/>
                  </a:ext>
                </a:extLst>
              </a:tr>
              <a:tr h="778200">
                <a:tc>
                  <a:txBody>
                    <a:bodyPr/>
                    <a:lstStyle/>
                    <a:p>
                      <a:pPr marL="0" marR="0" lvl="0" indent="0" algn="ctr" rtl="0">
                        <a:lnSpc>
                          <a:spcPct val="130000"/>
                        </a:lnSpc>
                        <a:spcBef>
                          <a:spcPts val="0"/>
                        </a:spcBef>
                        <a:spcAft>
                          <a:spcPts val="0"/>
                        </a:spcAft>
                        <a:buClr>
                          <a:srgbClr val="FFFF00"/>
                        </a:buClr>
                        <a:buSzPts val="1800"/>
                        <a:buFont typeface="Times New Roman"/>
                        <a:buNone/>
                      </a:pPr>
                      <a:r>
                        <a:rPr lang="en-US" sz="1800" b="1" u="none" strike="noStrike" cap="none">
                          <a:solidFill>
                            <a:srgbClr val="FFFF00"/>
                          </a:solidFill>
                          <a:latin typeface="Times New Roman"/>
                          <a:ea typeface="Times New Roman"/>
                          <a:cs typeface="Times New Roman"/>
                          <a:sym typeface="Times New Roman"/>
                        </a:rPr>
                        <a:t>CO 5</a:t>
                      </a:r>
                      <a:endParaRPr sz="1400" u="none" strike="noStrike" cap="none"/>
                    </a:p>
                  </a:txBody>
                  <a:tcPr marL="0" marR="0" marT="0" marB="0" anchor="ctr"/>
                </a:tc>
                <a:tc>
                  <a:txBody>
                    <a:bodyPr/>
                    <a:lstStyle/>
                    <a:p>
                      <a:pPr marL="471805" marR="0" lvl="0" indent="-228600" algn="just" rtl="0">
                        <a:lnSpc>
                          <a:spcPct val="115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Evaluate how Google's AI principles are implemented in practice within Google Cloud environments.</a:t>
                      </a:r>
                      <a:endParaRPr sz="18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5"/>
                  </a:ext>
                </a:extLst>
              </a:tr>
              <a:tr h="778200">
                <a:tc>
                  <a:txBody>
                    <a:bodyPr/>
                    <a:lstStyle/>
                    <a:p>
                      <a:pPr marL="0" marR="0" lvl="0" indent="0" algn="ctr" rtl="0">
                        <a:lnSpc>
                          <a:spcPct val="130000"/>
                        </a:lnSpc>
                        <a:spcBef>
                          <a:spcPts val="0"/>
                        </a:spcBef>
                        <a:spcAft>
                          <a:spcPts val="0"/>
                        </a:spcAft>
                        <a:buClr>
                          <a:srgbClr val="FFFF00"/>
                        </a:buClr>
                        <a:buSzPts val="1800"/>
                        <a:buFont typeface="Times New Roman"/>
                        <a:buNone/>
                      </a:pPr>
                      <a:r>
                        <a:rPr lang="en-US" sz="1800" b="1" u="none" strike="noStrike" cap="none">
                          <a:solidFill>
                            <a:srgbClr val="FFFF00"/>
                          </a:solidFill>
                          <a:latin typeface="Times New Roman"/>
                          <a:ea typeface="Times New Roman"/>
                          <a:cs typeface="Times New Roman"/>
                          <a:sym typeface="Times New Roman"/>
                        </a:rPr>
                        <a:t>CO 6</a:t>
                      </a:r>
                      <a:endParaRPr sz="1400" u="none" strike="noStrike" cap="none"/>
                    </a:p>
                  </a:txBody>
                  <a:tcPr marL="0" marR="0" marT="0" marB="0" anchor="ctr"/>
                </a:tc>
                <a:tc>
                  <a:txBody>
                    <a:bodyPr/>
                    <a:lstStyle/>
                    <a:p>
                      <a:pPr marL="471805" marR="0" lvl="0" indent="-228600" algn="just" rtl="0">
                        <a:lnSpc>
                          <a:spcPct val="115000"/>
                        </a:lnSpc>
                        <a:spcBef>
                          <a:spcPts val="0"/>
                        </a:spcBef>
                        <a:spcAft>
                          <a:spcPts val="0"/>
                        </a:spcAft>
                        <a:buClr>
                          <a:srgbClr val="000000"/>
                        </a:buClr>
                        <a:buSzPts val="1800"/>
                        <a:buFont typeface="Arial"/>
                        <a:buNone/>
                      </a:pPr>
                      <a:r>
                        <a:rPr lang="en-US" sz="1800" u="none" strike="noStrike" cap="none">
                          <a:latin typeface="Times New Roman"/>
                          <a:ea typeface="Times New Roman"/>
                          <a:cs typeface="Times New Roman"/>
                          <a:sym typeface="Times New Roman"/>
                        </a:rPr>
                        <a:t>Assess well-structured prompts to achieve desired outputs from multimodal generative models like Gemini.</a:t>
                      </a:r>
                      <a:endParaRPr sz="1800" u="none" strike="noStrike" cap="none">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6"/>
                  </a:ext>
                </a:extLst>
              </a:tr>
            </a:tbl>
          </a:graphicData>
        </a:graphic>
      </p:graphicFrame>
      <p:sp>
        <p:nvSpPr>
          <p:cNvPr id="140" name="Google Shape;140;p3"/>
          <p:cNvSpPr txBox="1"/>
          <p:nvPr/>
        </p:nvSpPr>
        <p:spPr>
          <a:xfrm>
            <a:off x="243090" y="384322"/>
            <a:ext cx="11705700" cy="44640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Clr>
                <a:srgbClr val="3803BD"/>
              </a:buClr>
              <a:buSzPts val="1800"/>
              <a:buFont typeface="Times New Roman"/>
              <a:buNone/>
            </a:pPr>
            <a:r>
              <a:rPr lang="en-US" sz="2300" b="1" i="0" u="none" strike="noStrike" cap="none">
                <a:solidFill>
                  <a:srgbClr val="3803BD"/>
                </a:solidFill>
                <a:latin typeface="Times New Roman"/>
                <a:ea typeface="Times New Roman"/>
                <a:cs typeface="Times New Roman"/>
                <a:sym typeface="Times New Roman"/>
              </a:rPr>
              <a:t>COURSE OUTCOMES</a:t>
            </a:r>
            <a:endParaRPr sz="19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p:nvPr/>
        </p:nvSpPr>
        <p:spPr>
          <a:xfrm>
            <a:off x="243090" y="384322"/>
            <a:ext cx="11705819" cy="348389"/>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Clr>
                <a:srgbClr val="3803BD"/>
              </a:buClr>
              <a:buSzPts val="1800"/>
              <a:buFont typeface="Times New Roman"/>
              <a:buNone/>
            </a:pPr>
            <a:r>
              <a:rPr lang="en-US" sz="1800" b="1" i="0" u="none" strike="noStrike" cap="none">
                <a:solidFill>
                  <a:srgbClr val="3803BD"/>
                </a:solidFill>
                <a:latin typeface="Times New Roman"/>
                <a:ea typeface="Times New Roman"/>
                <a:cs typeface="Times New Roman"/>
                <a:sym typeface="Times New Roman"/>
              </a:rPr>
              <a:t>PROGRAM OUTCOMES</a:t>
            </a:r>
            <a:endParaRPr sz="1400" b="0" i="0" u="none" strike="noStrike" cap="none">
              <a:solidFill>
                <a:srgbClr val="000000"/>
              </a:solidFill>
              <a:latin typeface="Arial"/>
              <a:ea typeface="Arial"/>
              <a:cs typeface="Arial"/>
              <a:sym typeface="Arial"/>
            </a:endParaRPr>
          </a:p>
        </p:txBody>
      </p:sp>
      <p:sp>
        <p:nvSpPr>
          <p:cNvPr id="134" name="Google Shape;134;p6"/>
          <p:cNvSpPr txBox="1"/>
          <p:nvPr/>
        </p:nvSpPr>
        <p:spPr>
          <a:xfrm>
            <a:off x="226154" y="1147331"/>
            <a:ext cx="11696962"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PO1: </a:t>
            </a:r>
            <a:r>
              <a:rPr lang="en-US" sz="1600" b="1" i="0" u="none" strike="noStrike" cap="none" dirty="0">
                <a:solidFill>
                  <a:srgbClr val="FF0000"/>
                </a:solidFill>
                <a:latin typeface="Times New Roman"/>
                <a:ea typeface="Times New Roman"/>
                <a:cs typeface="Times New Roman"/>
                <a:sym typeface="Times New Roman"/>
              </a:rPr>
              <a:t>Engineering Knowledge: </a:t>
            </a:r>
            <a:r>
              <a:rPr lang="en-US" sz="1600" dirty="0">
                <a:solidFill>
                  <a:schemeClr val="tx1"/>
                </a:solidFill>
                <a:latin typeface="Times New Roman"/>
                <a:ea typeface="Times New Roman"/>
                <a:cs typeface="Times New Roman"/>
                <a:sym typeface="Times New Roman"/>
              </a:rPr>
              <a:t>Apply knowledge of mathematics, natural science, computing, engineering fundamentals and an engineering specialization as specified in WK1 to WK4 respectively to develop to the solution of complex engineering problems.</a:t>
            </a:r>
            <a:endParaRPr sz="1400" i="0" u="none" strike="noStrike" cap="none" dirty="0">
              <a:solidFill>
                <a:schemeClr val="tx1"/>
              </a:solidFill>
              <a:latin typeface="Arial"/>
              <a:ea typeface="Arial"/>
              <a:cs typeface="Arial"/>
              <a:sym typeface="Arial"/>
            </a:endParaRPr>
          </a:p>
        </p:txBody>
      </p:sp>
      <p:sp>
        <p:nvSpPr>
          <p:cNvPr id="135" name="Google Shape;135;p6"/>
          <p:cNvSpPr txBox="1"/>
          <p:nvPr/>
        </p:nvSpPr>
        <p:spPr>
          <a:xfrm>
            <a:off x="251948" y="2077054"/>
            <a:ext cx="11696962"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PO2: </a:t>
            </a:r>
            <a:r>
              <a:rPr lang="en-US" sz="1600" b="1" i="0" u="none" strike="noStrike" cap="none" dirty="0">
                <a:solidFill>
                  <a:srgbClr val="FF3300"/>
                </a:solidFill>
                <a:latin typeface="Times New Roman"/>
                <a:ea typeface="Times New Roman"/>
                <a:cs typeface="Times New Roman"/>
                <a:sym typeface="Times New Roman"/>
              </a:rPr>
              <a:t>Problem Analysis: </a:t>
            </a:r>
            <a:r>
              <a:rPr lang="en-US" sz="1600" dirty="0">
                <a:latin typeface="Times New Roman"/>
                <a:ea typeface="Times New Roman"/>
                <a:cs typeface="Times New Roman"/>
                <a:sym typeface="Times New Roman"/>
              </a:rPr>
              <a:t>Identify, formulate, review research literature and analyze complex engineering problems reaching substantiated conclusions with consideration for sustainable development. (WK1 to WK4)</a:t>
            </a:r>
            <a:endParaRPr sz="1400" b="0" i="0" u="none" strike="noStrike" cap="none" dirty="0">
              <a:solidFill>
                <a:srgbClr val="000000"/>
              </a:solidFill>
              <a:latin typeface="Arial"/>
              <a:ea typeface="Arial"/>
              <a:cs typeface="Arial"/>
              <a:sym typeface="Arial"/>
            </a:endParaRPr>
          </a:p>
        </p:txBody>
      </p:sp>
      <p:sp>
        <p:nvSpPr>
          <p:cNvPr id="136" name="Google Shape;136;p6"/>
          <p:cNvSpPr txBox="1"/>
          <p:nvPr/>
        </p:nvSpPr>
        <p:spPr>
          <a:xfrm>
            <a:off x="251948" y="2988695"/>
            <a:ext cx="11696962"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PO3: </a:t>
            </a:r>
            <a:r>
              <a:rPr lang="en-US" sz="1600" b="1" i="0" u="none" strike="noStrike" cap="none" dirty="0">
                <a:solidFill>
                  <a:srgbClr val="FF0000"/>
                </a:solidFill>
                <a:latin typeface="Times New Roman"/>
                <a:ea typeface="Times New Roman"/>
                <a:cs typeface="Times New Roman"/>
                <a:sym typeface="Times New Roman"/>
              </a:rPr>
              <a:t>Design/Development of solutions: </a:t>
            </a:r>
            <a:r>
              <a:rPr lang="en-US" sz="1600" dirty="0">
                <a:latin typeface="Times New Roman"/>
                <a:ea typeface="Times New Roman"/>
                <a:cs typeface="Times New Roman"/>
                <a:sym typeface="Times New Roman"/>
              </a:rPr>
              <a:t>Design creative solutions for complex engineering problems and design/develop systems/components/processes to meet identified needs with consideration for the public health and safety, whole-life cost, net zero</a:t>
            </a:r>
            <a:endParaRPr sz="1400" b="0" i="0" u="none" strike="noStrike" cap="none" dirty="0">
              <a:solidFill>
                <a:srgbClr val="000000"/>
              </a:solidFill>
              <a:latin typeface="Arial"/>
              <a:ea typeface="Arial"/>
              <a:cs typeface="Arial"/>
              <a:sym typeface="Arial"/>
            </a:endParaRPr>
          </a:p>
        </p:txBody>
      </p:sp>
      <p:sp>
        <p:nvSpPr>
          <p:cNvPr id="137" name="Google Shape;137;p6"/>
          <p:cNvSpPr txBox="1"/>
          <p:nvPr/>
        </p:nvSpPr>
        <p:spPr>
          <a:xfrm>
            <a:off x="226154" y="3958388"/>
            <a:ext cx="11696962"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PO4: </a:t>
            </a:r>
            <a:r>
              <a:rPr lang="en-US" sz="1600" b="1" i="0" u="none" strike="noStrike" cap="none" dirty="0">
                <a:solidFill>
                  <a:srgbClr val="FF0000"/>
                </a:solidFill>
                <a:latin typeface="Times New Roman"/>
                <a:ea typeface="Times New Roman"/>
                <a:cs typeface="Times New Roman"/>
                <a:sym typeface="Times New Roman"/>
              </a:rPr>
              <a:t>Conduct investigations of complex problems: </a:t>
            </a:r>
            <a:r>
              <a:rPr lang="en-US" sz="1600" dirty="0">
                <a:latin typeface="Times New Roman"/>
                <a:ea typeface="Times New Roman"/>
                <a:cs typeface="Times New Roman"/>
                <a:sym typeface="Times New Roman"/>
              </a:rPr>
              <a:t>Conduct investigations of complex engineering problems using research-based knowledge including design of experiments, modelling, analysis &amp; interpretation of data to provide valid conclusions. (WK8).</a:t>
            </a:r>
            <a:endParaRPr sz="1400" b="0" i="0" u="none" strike="noStrike" cap="none" dirty="0">
              <a:solidFill>
                <a:srgbClr val="000000"/>
              </a:solidFill>
              <a:latin typeface="Arial"/>
              <a:ea typeface="Arial"/>
              <a:cs typeface="Arial"/>
              <a:sym typeface="Arial"/>
            </a:endParaRPr>
          </a:p>
        </p:txBody>
      </p:sp>
      <p:sp>
        <p:nvSpPr>
          <p:cNvPr id="138" name="Google Shape;138;p6"/>
          <p:cNvSpPr txBox="1"/>
          <p:nvPr/>
        </p:nvSpPr>
        <p:spPr>
          <a:xfrm>
            <a:off x="251948" y="4830059"/>
            <a:ext cx="11696962"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PO5: </a:t>
            </a:r>
            <a:r>
              <a:rPr lang="en-US" sz="1600" b="1" dirty="0">
                <a:solidFill>
                  <a:srgbClr val="FF0000"/>
                </a:solidFill>
                <a:latin typeface="Times New Roman"/>
                <a:ea typeface="Times New Roman"/>
                <a:cs typeface="Times New Roman"/>
                <a:sym typeface="Times New Roman"/>
              </a:rPr>
              <a:t>Engineering Tool Usage</a:t>
            </a:r>
            <a:r>
              <a:rPr lang="en-US" sz="1600" b="1" i="0" u="none" strike="noStrike" cap="none" dirty="0">
                <a:solidFill>
                  <a:srgbClr val="FF0000"/>
                </a:solidFill>
                <a:latin typeface="Times New Roman"/>
                <a:ea typeface="Times New Roman"/>
                <a:cs typeface="Times New Roman"/>
                <a:sym typeface="Times New Roman"/>
              </a:rPr>
              <a:t>: </a:t>
            </a:r>
            <a:r>
              <a:rPr lang="en-US" sz="1600" dirty="0">
                <a:latin typeface="Times New Roman"/>
                <a:ea typeface="Times New Roman"/>
                <a:cs typeface="Times New Roman"/>
                <a:sym typeface="Times New Roman"/>
              </a:rPr>
              <a:t>Create, select and apply appropriate techniques, resources and modern engineering &amp; IT tools, including prediction and modelling recognizing their limitations to solve complex engineering problems. (WK2 and WK6)</a:t>
            </a:r>
            <a:endParaRPr sz="1400" b="0" i="0" u="none" strike="noStrike" cap="none" dirty="0">
              <a:solidFill>
                <a:srgbClr val="000000"/>
              </a:solidFill>
              <a:latin typeface="Arial"/>
              <a:ea typeface="Arial"/>
              <a:cs typeface="Arial"/>
              <a:sym typeface="Arial"/>
            </a:endParaRPr>
          </a:p>
        </p:txBody>
      </p:sp>
      <p:sp>
        <p:nvSpPr>
          <p:cNvPr id="139" name="Google Shape;139;p6"/>
          <p:cNvSpPr txBox="1"/>
          <p:nvPr/>
        </p:nvSpPr>
        <p:spPr>
          <a:xfrm>
            <a:off x="246085" y="5799752"/>
            <a:ext cx="11696962"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PO6: </a:t>
            </a:r>
            <a:r>
              <a:rPr lang="en-US" sz="1600" b="1" dirty="0">
                <a:solidFill>
                  <a:srgbClr val="FF0000"/>
                </a:solidFill>
                <a:latin typeface="Times New Roman"/>
                <a:ea typeface="Times New Roman"/>
                <a:cs typeface="Times New Roman"/>
                <a:sym typeface="Times New Roman"/>
              </a:rPr>
              <a:t>The Engineer and The World</a:t>
            </a:r>
            <a:r>
              <a:rPr lang="en-US" sz="1600" b="0" i="0" u="none" strike="noStrike" cap="none" dirty="0">
                <a:solidFill>
                  <a:srgbClr val="FF0000"/>
                </a:solidFill>
                <a:latin typeface="Times New Roman"/>
                <a:ea typeface="Times New Roman"/>
                <a:cs typeface="Times New Roman"/>
                <a:sym typeface="Times New Roman"/>
              </a:rPr>
              <a:t>: </a:t>
            </a:r>
            <a:r>
              <a:rPr lang="en-US" sz="1600" dirty="0">
                <a:latin typeface="Times New Roman"/>
                <a:ea typeface="Times New Roman"/>
                <a:cs typeface="Times New Roman"/>
                <a:sym typeface="Times New Roman"/>
              </a:rPr>
              <a:t>Analyze and evaluate societal and environmental aspects while solving complex engineering problems for its impact on sustainability with reference to economy, health, safety, legal framework, culture and environment.</a:t>
            </a:r>
            <a:endParaRPr sz="1400" b="0" i="0" u="none" strike="noStrike" cap="none" dirty="0">
              <a:solidFill>
                <a:srgbClr val="000000"/>
              </a:solidFill>
              <a:latin typeface="Arial"/>
              <a:ea typeface="Arial"/>
              <a:cs typeface="Arial"/>
              <a:sym typeface="Arial"/>
            </a:endParaRPr>
          </a:p>
        </p:txBody>
      </p:sp>
      <p:sp>
        <p:nvSpPr>
          <p:cNvPr id="140" name="Google Shape;140;p6"/>
          <p:cNvSpPr txBox="1"/>
          <p:nvPr/>
        </p:nvSpPr>
        <p:spPr>
          <a:xfrm>
            <a:off x="2174323" y="14988"/>
            <a:ext cx="7958278" cy="369241"/>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None/>
            </a:pPr>
            <a:r>
              <a:rPr lang="en-US" sz="1800" b="1" i="1" u="none" strike="noStrike" cap="none">
                <a:solidFill>
                  <a:srgbClr val="FF0000"/>
                </a:solidFill>
                <a:latin typeface="Times New Roman"/>
                <a:ea typeface="Times New Roman"/>
                <a:cs typeface="Times New Roman"/>
                <a:sym typeface="Times New Roman"/>
              </a:rPr>
              <a:t>CSB306: Natural Language Processing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7"/>
          <p:cNvSpPr txBox="1"/>
          <p:nvPr/>
        </p:nvSpPr>
        <p:spPr>
          <a:xfrm>
            <a:off x="243090" y="384322"/>
            <a:ext cx="11705819" cy="348389"/>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Clr>
                <a:srgbClr val="3803BD"/>
              </a:buClr>
              <a:buSzPts val="1800"/>
              <a:buFont typeface="Times New Roman"/>
              <a:buNone/>
            </a:pPr>
            <a:r>
              <a:rPr lang="en-US" sz="1800" b="1" i="0" u="none" strike="noStrike" cap="none">
                <a:solidFill>
                  <a:srgbClr val="3803BD"/>
                </a:solidFill>
                <a:latin typeface="Times New Roman"/>
                <a:ea typeface="Times New Roman"/>
                <a:cs typeface="Times New Roman"/>
                <a:sym typeface="Times New Roman"/>
              </a:rPr>
              <a:t>PROGRAM OUTCOMES</a:t>
            </a:r>
            <a:endParaRPr sz="1400" b="0" i="0" u="none" strike="noStrike" cap="none">
              <a:solidFill>
                <a:srgbClr val="000000"/>
              </a:solidFill>
              <a:latin typeface="Arial"/>
              <a:ea typeface="Arial"/>
              <a:cs typeface="Arial"/>
              <a:sym typeface="Arial"/>
            </a:endParaRPr>
          </a:p>
        </p:txBody>
      </p:sp>
      <p:sp>
        <p:nvSpPr>
          <p:cNvPr id="146" name="Google Shape;146;p7"/>
          <p:cNvSpPr txBox="1"/>
          <p:nvPr/>
        </p:nvSpPr>
        <p:spPr>
          <a:xfrm>
            <a:off x="174246" y="1028574"/>
            <a:ext cx="11741930"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PO7: </a:t>
            </a:r>
            <a:r>
              <a:rPr lang="en-US" sz="1600" b="1" dirty="0">
                <a:solidFill>
                  <a:srgbClr val="FF0000"/>
                </a:solidFill>
                <a:latin typeface="Times New Roman"/>
                <a:ea typeface="Times New Roman"/>
                <a:cs typeface="Times New Roman"/>
                <a:sym typeface="Times New Roman"/>
              </a:rPr>
              <a:t>Ethics</a:t>
            </a:r>
            <a:r>
              <a:rPr lang="en-US" sz="1600" b="0" i="0" u="none" strike="noStrike" cap="none" dirty="0">
                <a:solidFill>
                  <a:srgbClr val="FF0000"/>
                </a:solidFill>
                <a:latin typeface="Times New Roman"/>
                <a:ea typeface="Times New Roman"/>
                <a:cs typeface="Times New Roman"/>
                <a:sym typeface="Times New Roman"/>
              </a:rPr>
              <a:t>: </a:t>
            </a:r>
            <a:r>
              <a:rPr lang="en-US" sz="1600" dirty="0">
                <a:latin typeface="Times New Roman"/>
                <a:ea typeface="Times New Roman"/>
                <a:cs typeface="Times New Roman"/>
                <a:sym typeface="Times New Roman"/>
              </a:rPr>
              <a:t>Apply ethical principles and commit to professional ethics, human values, diversity and inclusion; adhere to national &amp; international laws. (WK9)</a:t>
            </a:r>
            <a:endParaRPr sz="1400" b="0" i="0" u="none" strike="noStrike" cap="none" dirty="0">
              <a:solidFill>
                <a:srgbClr val="000000"/>
              </a:solidFill>
              <a:latin typeface="Arial"/>
              <a:ea typeface="Arial"/>
              <a:cs typeface="Arial"/>
              <a:sym typeface="Arial"/>
            </a:endParaRPr>
          </a:p>
        </p:txBody>
      </p:sp>
      <p:sp>
        <p:nvSpPr>
          <p:cNvPr id="147" name="Google Shape;147;p7"/>
          <p:cNvSpPr txBox="1"/>
          <p:nvPr/>
        </p:nvSpPr>
        <p:spPr>
          <a:xfrm>
            <a:off x="174246" y="1913624"/>
            <a:ext cx="11741930" cy="923239"/>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800"/>
            </a:pPr>
            <a:r>
              <a:rPr lang="en-US" sz="1800" b="1" i="0" u="none" strike="noStrike" cap="none" dirty="0">
                <a:solidFill>
                  <a:srgbClr val="0070C1"/>
                </a:solidFill>
                <a:latin typeface="Times New Roman"/>
                <a:ea typeface="Times New Roman"/>
                <a:cs typeface="Times New Roman"/>
                <a:sym typeface="Times New Roman"/>
              </a:rPr>
              <a:t>PO8: </a:t>
            </a:r>
            <a:r>
              <a:rPr lang="en-US" sz="1800" b="1" dirty="0">
                <a:solidFill>
                  <a:srgbClr val="FF0000"/>
                </a:solidFill>
                <a:latin typeface="Times New Roman"/>
                <a:ea typeface="Times New Roman"/>
                <a:cs typeface="Times New Roman"/>
                <a:sym typeface="Times New Roman"/>
              </a:rPr>
              <a:t>Individual and Collaborative Team work</a:t>
            </a:r>
            <a:r>
              <a:rPr lang="en-US" sz="1800" b="0" i="0" u="none" strike="noStrike" cap="none" dirty="0">
                <a:solidFill>
                  <a:srgbClr val="FF0000"/>
                </a:solidFill>
                <a:latin typeface="Times New Roman"/>
                <a:ea typeface="Times New Roman"/>
                <a:cs typeface="Times New Roman"/>
                <a:sym typeface="Times New Roman"/>
              </a:rPr>
              <a:t>: </a:t>
            </a:r>
            <a:r>
              <a:rPr lang="en-US" sz="1800" dirty="0">
                <a:latin typeface="Times New Roman"/>
                <a:ea typeface="Times New Roman"/>
                <a:cs typeface="Times New Roman"/>
                <a:sym typeface="Times New Roman"/>
              </a:rPr>
              <a:t>Function effectively as an individual, and as a member or leader in diverse/multi-disciplinary teams.</a:t>
            </a:r>
            <a:endParaRPr sz="1400" b="0" i="0" u="none" strike="noStrike" cap="none" dirty="0">
              <a:solidFill>
                <a:srgbClr val="000000"/>
              </a:solidFill>
              <a:latin typeface="Arial"/>
              <a:ea typeface="Arial"/>
              <a:cs typeface="Arial"/>
              <a:sym typeface="Arial"/>
            </a:endParaRPr>
          </a:p>
        </p:txBody>
      </p:sp>
      <p:sp>
        <p:nvSpPr>
          <p:cNvPr id="148" name="Google Shape;148;p7"/>
          <p:cNvSpPr txBox="1"/>
          <p:nvPr/>
        </p:nvSpPr>
        <p:spPr>
          <a:xfrm>
            <a:off x="275824" y="2728631"/>
            <a:ext cx="11741930" cy="1200238"/>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PO9: </a:t>
            </a:r>
            <a:r>
              <a:rPr lang="en-US" sz="1600" b="1" dirty="0">
                <a:solidFill>
                  <a:srgbClr val="FF0000"/>
                </a:solidFill>
                <a:latin typeface="Times New Roman"/>
                <a:ea typeface="Times New Roman"/>
                <a:cs typeface="Times New Roman"/>
                <a:sym typeface="Times New Roman"/>
              </a:rPr>
              <a:t>Communication</a:t>
            </a:r>
            <a:r>
              <a:rPr lang="en-US" sz="1600" b="0" i="0" u="none" strike="noStrike" cap="none" dirty="0">
                <a:solidFill>
                  <a:srgbClr val="FF0000"/>
                </a:solidFill>
                <a:latin typeface="Times New Roman"/>
                <a:ea typeface="Times New Roman"/>
                <a:cs typeface="Times New Roman"/>
                <a:sym typeface="Times New Roman"/>
              </a:rPr>
              <a:t>: </a:t>
            </a:r>
            <a:r>
              <a:rPr lang="en-US" sz="1600" dirty="0">
                <a:latin typeface="Times New Roman"/>
                <a:ea typeface="Times New Roman"/>
                <a:cs typeface="Times New Roman"/>
                <a:sym typeface="Times New Roman"/>
              </a:rPr>
              <a:t>Communicate effectively and inclusively within the engineering community and society at large, such as being able to comprehend and write effective reports and design documentation, make effective presentations considering cultural, language, and learning differences</a:t>
            </a:r>
            <a:endParaRPr sz="1400" b="0" i="0" u="none" strike="noStrike" cap="none" dirty="0">
              <a:solidFill>
                <a:srgbClr val="000000"/>
              </a:solidFill>
              <a:latin typeface="Arial"/>
              <a:ea typeface="Arial"/>
              <a:cs typeface="Arial"/>
              <a:sym typeface="Arial"/>
            </a:endParaRPr>
          </a:p>
        </p:txBody>
      </p:sp>
      <p:sp>
        <p:nvSpPr>
          <p:cNvPr id="149" name="Google Shape;149;p7"/>
          <p:cNvSpPr txBox="1"/>
          <p:nvPr/>
        </p:nvSpPr>
        <p:spPr>
          <a:xfrm>
            <a:off x="174246" y="3766493"/>
            <a:ext cx="11741930" cy="1200238"/>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PO10: </a:t>
            </a:r>
            <a:r>
              <a:rPr lang="en-US" sz="1600" b="1" dirty="0">
                <a:solidFill>
                  <a:srgbClr val="FF0000"/>
                </a:solidFill>
                <a:latin typeface="Times New Roman"/>
                <a:ea typeface="Times New Roman"/>
                <a:cs typeface="Times New Roman"/>
                <a:sym typeface="Times New Roman"/>
              </a:rPr>
              <a:t>Project  Management  and  Finance</a:t>
            </a:r>
            <a:r>
              <a:rPr lang="en-US" sz="1600" b="0" i="0" u="none" strike="noStrike" cap="none" dirty="0">
                <a:solidFill>
                  <a:srgbClr val="FF0000"/>
                </a:solidFill>
                <a:latin typeface="Times New Roman"/>
                <a:ea typeface="Times New Roman"/>
                <a:cs typeface="Times New Roman"/>
                <a:sym typeface="Times New Roman"/>
              </a:rPr>
              <a:t>: </a:t>
            </a:r>
            <a:r>
              <a:rPr lang="en-US" sz="1600" dirty="0">
                <a:latin typeface="Times New Roman"/>
                <a:ea typeface="Times New Roman"/>
                <a:cs typeface="Times New Roman"/>
                <a:sym typeface="Times New Roman"/>
              </a:rPr>
              <a:t>Apply knowledge and understanding of engineering management principles and economic decision-making and apply these to one’s own work, as a member and leader in a team, and to manage projects and in multidisciplinary environments.</a:t>
            </a:r>
            <a:endParaRPr sz="1400" b="0" i="0" u="none" strike="noStrike" cap="none" dirty="0">
              <a:solidFill>
                <a:srgbClr val="000000"/>
              </a:solidFill>
              <a:latin typeface="Arial"/>
              <a:ea typeface="Arial"/>
              <a:cs typeface="Arial"/>
              <a:sym typeface="Arial"/>
            </a:endParaRPr>
          </a:p>
        </p:txBody>
      </p:sp>
      <p:sp>
        <p:nvSpPr>
          <p:cNvPr id="150" name="Google Shape;150;p7"/>
          <p:cNvSpPr txBox="1"/>
          <p:nvPr/>
        </p:nvSpPr>
        <p:spPr>
          <a:xfrm>
            <a:off x="174246" y="4743876"/>
            <a:ext cx="11741930" cy="830906"/>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600"/>
            </a:pPr>
            <a:r>
              <a:rPr lang="en-US" sz="1600" b="1" i="0" u="none" strike="noStrike" cap="none" dirty="0">
                <a:solidFill>
                  <a:srgbClr val="0070C1"/>
                </a:solidFill>
                <a:latin typeface="Times New Roman"/>
                <a:ea typeface="Times New Roman"/>
                <a:cs typeface="Times New Roman"/>
                <a:sym typeface="Times New Roman"/>
              </a:rPr>
              <a:t>PO11: </a:t>
            </a:r>
            <a:r>
              <a:rPr lang="en-US" sz="1600" b="1" dirty="0">
                <a:solidFill>
                  <a:srgbClr val="FF0000"/>
                </a:solidFill>
                <a:latin typeface="Times New Roman"/>
                <a:ea typeface="Times New Roman"/>
                <a:cs typeface="Times New Roman"/>
                <a:sym typeface="Times New Roman"/>
              </a:rPr>
              <a:t>Life-Long Learning</a:t>
            </a:r>
            <a:r>
              <a:rPr lang="en-US" sz="1600" b="0" i="0" u="none" strike="noStrike" cap="none" dirty="0">
                <a:solidFill>
                  <a:srgbClr val="FF0000"/>
                </a:solidFill>
                <a:latin typeface="Times New Roman"/>
                <a:ea typeface="Times New Roman"/>
                <a:cs typeface="Times New Roman"/>
                <a:sym typeface="Times New Roman"/>
              </a:rPr>
              <a:t>: </a:t>
            </a:r>
            <a:r>
              <a:rPr lang="en-US" sz="1600" dirty="0">
                <a:latin typeface="Times New Roman"/>
                <a:ea typeface="Times New Roman"/>
                <a:cs typeface="Times New Roman"/>
                <a:sym typeface="Times New Roman"/>
              </a:rPr>
              <a:t>Recognize the need for, and have the preparation and ability for </a:t>
            </a:r>
            <a:r>
              <a:rPr lang="en-US" sz="1600" dirty="0" err="1">
                <a:latin typeface="Times New Roman"/>
                <a:ea typeface="Times New Roman"/>
                <a:cs typeface="Times New Roman"/>
                <a:sym typeface="Times New Roman"/>
              </a:rPr>
              <a:t>i</a:t>
            </a:r>
            <a:r>
              <a:rPr lang="en-US" sz="1600" dirty="0">
                <a:latin typeface="Times New Roman"/>
                <a:ea typeface="Times New Roman"/>
                <a:cs typeface="Times New Roman"/>
                <a:sym typeface="Times New Roman"/>
              </a:rPr>
              <a:t>) independent and life-long learning ii) adaptability to new and emerging technologies and iii) critical thinking in the broadest context of technological change. (WK8)</a:t>
            </a:r>
            <a:endParaRPr sz="1400" b="0" i="0" u="none" strike="noStrike" cap="none" dirty="0">
              <a:solidFill>
                <a:srgbClr val="000000"/>
              </a:solidFill>
              <a:latin typeface="Arial"/>
              <a:ea typeface="Arial"/>
              <a:cs typeface="Arial"/>
              <a:sym typeface="Arial"/>
            </a:endParaRPr>
          </a:p>
        </p:txBody>
      </p:sp>
      <p:sp>
        <p:nvSpPr>
          <p:cNvPr id="152" name="Google Shape;152;p7"/>
          <p:cNvSpPr txBox="1"/>
          <p:nvPr/>
        </p:nvSpPr>
        <p:spPr>
          <a:xfrm>
            <a:off x="2174323" y="14988"/>
            <a:ext cx="7958278" cy="369241"/>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None/>
            </a:pPr>
            <a:r>
              <a:rPr lang="en-US" sz="1800" b="1" i="1" u="none" strike="noStrike" cap="none">
                <a:solidFill>
                  <a:srgbClr val="FF0000"/>
                </a:solidFill>
                <a:latin typeface="Times New Roman"/>
                <a:ea typeface="Times New Roman"/>
                <a:cs typeface="Times New Roman"/>
                <a:sym typeface="Times New Roman"/>
              </a:rPr>
              <a:t>CSB306: Natural Language Processing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p:nvPr/>
        </p:nvSpPr>
        <p:spPr>
          <a:xfrm>
            <a:off x="243090" y="384322"/>
            <a:ext cx="11705819" cy="348389"/>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Clr>
                <a:srgbClr val="3803BD"/>
              </a:buClr>
              <a:buSzPts val="1800"/>
              <a:buFont typeface="Times New Roman"/>
              <a:buNone/>
            </a:pPr>
            <a:r>
              <a:rPr lang="en-US" sz="1800" b="1" i="0" u="none" strike="noStrike" cap="none">
                <a:solidFill>
                  <a:srgbClr val="3803BD"/>
                </a:solidFill>
                <a:latin typeface="Times New Roman"/>
                <a:ea typeface="Times New Roman"/>
                <a:cs typeface="Times New Roman"/>
                <a:sym typeface="Times New Roman"/>
              </a:rPr>
              <a:t>PROGRAM SPECIFIC OUTCOMES</a:t>
            </a:r>
            <a:endParaRPr sz="1400" b="0" i="0" u="none" strike="noStrike" cap="none">
              <a:solidFill>
                <a:srgbClr val="000000"/>
              </a:solidFill>
              <a:latin typeface="Arial"/>
              <a:ea typeface="Arial"/>
              <a:cs typeface="Arial"/>
              <a:sym typeface="Arial"/>
            </a:endParaRPr>
          </a:p>
        </p:txBody>
      </p:sp>
      <p:sp>
        <p:nvSpPr>
          <p:cNvPr id="158" name="Google Shape;158;p8"/>
          <p:cNvSpPr txBox="1"/>
          <p:nvPr/>
        </p:nvSpPr>
        <p:spPr>
          <a:xfrm>
            <a:off x="194174" y="1170773"/>
            <a:ext cx="11741930" cy="1661903"/>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800"/>
            </a:pPr>
            <a:r>
              <a:rPr lang="en-US" sz="1800" b="1" i="0" u="none" strike="noStrike" cap="none" dirty="0">
                <a:solidFill>
                  <a:srgbClr val="0070C1"/>
                </a:solidFill>
                <a:latin typeface="Times New Roman"/>
                <a:ea typeface="Times New Roman"/>
                <a:cs typeface="Times New Roman"/>
                <a:sym typeface="Times New Roman"/>
              </a:rPr>
              <a:t>PSO1: </a:t>
            </a:r>
            <a:r>
              <a:rPr lang="en-US" sz="1800" dirty="0">
                <a:latin typeface="Times New Roman"/>
                <a:ea typeface="Times New Roman"/>
                <a:cs typeface="Times New Roman"/>
                <a:sym typeface="Times New Roman"/>
              </a:rPr>
              <a:t>Design, develop, optimize and deploy intelligent computational systems by applying advanced artificial intelligence techniques including machine learning, deep learning, computer vision, natural language processing, foundation models and reinforcement learning.</a:t>
            </a:r>
          </a:p>
          <a:p>
            <a:pPr lvl="0" algn="just">
              <a:lnSpc>
                <a:spcPct val="150000"/>
              </a:lnSpc>
              <a:buClr>
                <a:srgbClr val="0070C1"/>
              </a:buClr>
              <a:buSzPts val="1800"/>
            </a:pPr>
            <a:endParaRPr sz="1400" b="0" i="0" u="none" strike="noStrike" cap="none" dirty="0">
              <a:solidFill>
                <a:srgbClr val="000000"/>
              </a:solidFill>
              <a:latin typeface="Arial"/>
              <a:ea typeface="Arial"/>
              <a:cs typeface="Arial"/>
              <a:sym typeface="Arial"/>
            </a:endParaRPr>
          </a:p>
        </p:txBody>
      </p:sp>
      <p:sp>
        <p:nvSpPr>
          <p:cNvPr id="159" name="Google Shape;159;p8"/>
          <p:cNvSpPr txBox="1"/>
          <p:nvPr/>
        </p:nvSpPr>
        <p:spPr>
          <a:xfrm>
            <a:off x="243090" y="2809118"/>
            <a:ext cx="11741930" cy="923239"/>
          </a:xfrm>
          <a:prstGeom prst="rect">
            <a:avLst/>
          </a:prstGeom>
          <a:noFill/>
          <a:ln>
            <a:noFill/>
          </a:ln>
        </p:spPr>
        <p:txBody>
          <a:bodyPr spcFirstLastPara="1" wrap="square" lIns="45675" tIns="45675" rIns="45675" bIns="45675" anchor="t" anchorCtr="0">
            <a:spAutoFit/>
          </a:bodyPr>
          <a:lstStyle/>
          <a:p>
            <a:pPr lvl="0" algn="just">
              <a:lnSpc>
                <a:spcPct val="150000"/>
              </a:lnSpc>
              <a:buClr>
                <a:srgbClr val="0070C1"/>
              </a:buClr>
              <a:buSzPts val="1800"/>
            </a:pPr>
            <a:r>
              <a:rPr lang="en-US" sz="1800" b="1" i="0" u="none" strike="noStrike" cap="none" dirty="0">
                <a:solidFill>
                  <a:srgbClr val="0070C1"/>
                </a:solidFill>
                <a:latin typeface="Times New Roman"/>
                <a:ea typeface="Times New Roman"/>
                <a:cs typeface="Times New Roman"/>
                <a:sym typeface="Times New Roman"/>
              </a:rPr>
              <a:t>PSO2: </a:t>
            </a:r>
            <a:r>
              <a:rPr lang="en-US" sz="1800" dirty="0">
                <a:latin typeface="Times New Roman"/>
                <a:ea typeface="Times New Roman"/>
                <a:cs typeface="Times New Roman"/>
                <a:sym typeface="Times New Roman"/>
              </a:rPr>
              <a:t>Apply mathematical foundations, optimization strategies, research methodologies and modern computational tools to investigate complex artificial intelligence problems and develop innovative, scalable and responsible AI solutions.</a:t>
            </a:r>
            <a:endParaRPr sz="1400" b="0" i="0" u="none" strike="noStrike" cap="none" dirty="0">
              <a:solidFill>
                <a:srgbClr val="000000"/>
              </a:solidFill>
              <a:latin typeface="Arial"/>
              <a:ea typeface="Arial"/>
              <a:cs typeface="Arial"/>
              <a:sym typeface="Arial"/>
            </a:endParaRPr>
          </a:p>
        </p:txBody>
      </p:sp>
      <p:sp>
        <p:nvSpPr>
          <p:cNvPr id="160" name="Google Shape;160;p8"/>
          <p:cNvSpPr txBox="1"/>
          <p:nvPr/>
        </p:nvSpPr>
        <p:spPr>
          <a:xfrm>
            <a:off x="2174323" y="14988"/>
            <a:ext cx="7958278" cy="369241"/>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None/>
            </a:pPr>
            <a:r>
              <a:rPr lang="en-US" sz="1800" b="1" i="1" u="none" strike="noStrike" cap="none">
                <a:solidFill>
                  <a:srgbClr val="FF0000"/>
                </a:solidFill>
                <a:latin typeface="Times New Roman"/>
                <a:ea typeface="Times New Roman"/>
                <a:cs typeface="Times New Roman"/>
                <a:sym typeface="Times New Roman"/>
              </a:rPr>
              <a:t>CSB306: Natural Language Processing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883DEA1D-FDFE-7CB6-45AC-494C357EFA0F}"/>
            </a:ext>
          </a:extLst>
        </p:cNvPr>
        <p:cNvGrpSpPr/>
        <p:nvPr/>
      </p:nvGrpSpPr>
      <p:grpSpPr>
        <a:xfrm>
          <a:off x="0" y="0"/>
          <a:ext cx="0" cy="0"/>
          <a:chOff x="0" y="0"/>
          <a:chExt cx="0" cy="0"/>
        </a:xfrm>
      </p:grpSpPr>
      <p:sp>
        <p:nvSpPr>
          <p:cNvPr id="157" name="Google Shape;157;p8">
            <a:extLst>
              <a:ext uri="{FF2B5EF4-FFF2-40B4-BE49-F238E27FC236}">
                <a16:creationId xmlns:a16="http://schemas.microsoft.com/office/drawing/2014/main" id="{839D35AF-D6B6-E73C-2428-BB69F72AC030}"/>
              </a:ext>
            </a:extLst>
          </p:cNvPr>
          <p:cNvSpPr txBox="1"/>
          <p:nvPr/>
        </p:nvSpPr>
        <p:spPr>
          <a:xfrm>
            <a:off x="85774" y="702347"/>
            <a:ext cx="11705819" cy="507740"/>
          </a:xfrm>
          <a:prstGeom prst="rect">
            <a:avLst/>
          </a:prstGeom>
          <a:noFill/>
          <a:ln>
            <a:noFill/>
          </a:ln>
        </p:spPr>
        <p:txBody>
          <a:bodyPr spcFirstLastPara="1" wrap="square" lIns="45675" tIns="45675" rIns="45675" bIns="45675" anchor="t" anchorCtr="0">
            <a:spAutoFit/>
          </a:bodyPr>
          <a:lstStyle/>
          <a:p>
            <a:pPr lvl="0" algn="ctr">
              <a:lnSpc>
                <a:spcPct val="150000"/>
              </a:lnSpc>
              <a:buClr>
                <a:srgbClr val="3803BD"/>
              </a:buClr>
              <a:buSzPts val="1800"/>
            </a:pPr>
            <a:r>
              <a:rPr lang="en-US" sz="1800" b="1" dirty="0">
                <a:solidFill>
                  <a:srgbClr val="0070C0"/>
                </a:solidFill>
                <a:latin typeface="Times New Roman"/>
                <a:ea typeface="Times New Roman"/>
                <a:cs typeface="Times New Roman"/>
                <a:sym typeface="Times New Roman"/>
              </a:rPr>
              <a:t>Program Education Objectives</a:t>
            </a:r>
            <a:endParaRPr sz="1400" b="0" i="0" u="none" strike="noStrike" cap="none" dirty="0">
              <a:solidFill>
                <a:srgbClr val="0070C0"/>
              </a:solidFill>
              <a:latin typeface="Arial"/>
              <a:ea typeface="Arial"/>
              <a:cs typeface="Arial"/>
              <a:sym typeface="Arial"/>
            </a:endParaRPr>
          </a:p>
        </p:txBody>
      </p:sp>
      <p:sp>
        <p:nvSpPr>
          <p:cNvPr id="160" name="Google Shape;160;p8">
            <a:extLst>
              <a:ext uri="{FF2B5EF4-FFF2-40B4-BE49-F238E27FC236}">
                <a16:creationId xmlns:a16="http://schemas.microsoft.com/office/drawing/2014/main" id="{129FCC54-E2CE-298B-9A8B-C4882337AF60}"/>
              </a:ext>
            </a:extLst>
          </p:cNvPr>
          <p:cNvSpPr txBox="1"/>
          <p:nvPr/>
        </p:nvSpPr>
        <p:spPr>
          <a:xfrm>
            <a:off x="2174323" y="14988"/>
            <a:ext cx="7958278" cy="369241"/>
          </a:xfrm>
          <a:prstGeom prst="rect">
            <a:avLst/>
          </a:prstGeom>
          <a:noFill/>
          <a:ln>
            <a:noFill/>
          </a:ln>
        </p:spPr>
        <p:txBody>
          <a:bodyPr spcFirstLastPara="1" wrap="square" lIns="45675" tIns="45675" rIns="45675" bIns="45675" anchor="t" anchorCtr="0">
            <a:spAutoFit/>
          </a:bodyPr>
          <a:lstStyle/>
          <a:p>
            <a:pPr marL="0" marR="0" lvl="0" indent="0" algn="ctr" rtl="0">
              <a:lnSpc>
                <a:spcPct val="100000"/>
              </a:lnSpc>
              <a:spcBef>
                <a:spcPts val="0"/>
              </a:spcBef>
              <a:spcAft>
                <a:spcPts val="0"/>
              </a:spcAft>
              <a:buNone/>
            </a:pPr>
            <a:r>
              <a:rPr lang="en-US" sz="1800" b="1" i="1" u="none" strike="noStrike" cap="none">
                <a:solidFill>
                  <a:srgbClr val="FF0000"/>
                </a:solidFill>
                <a:latin typeface="Times New Roman"/>
                <a:ea typeface="Times New Roman"/>
                <a:cs typeface="Times New Roman"/>
                <a:sym typeface="Times New Roman"/>
              </a:rPr>
              <a:t>CSB306: Natural Language Processing</a:t>
            </a: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4407BD7B-203B-96E8-1320-904F16DB3EBD}"/>
              </a:ext>
            </a:extLst>
          </p:cNvPr>
          <p:cNvSpPr txBox="1"/>
          <p:nvPr/>
        </p:nvSpPr>
        <p:spPr>
          <a:xfrm>
            <a:off x="766917" y="1528205"/>
            <a:ext cx="9763431" cy="3754874"/>
          </a:xfrm>
          <a:prstGeom prst="rect">
            <a:avLst/>
          </a:prstGeom>
          <a:noFill/>
        </p:spPr>
        <p:txBody>
          <a:bodyPr wrap="square">
            <a:spAutoFit/>
          </a:bodyPr>
          <a:lstStyle/>
          <a:p>
            <a:pPr indent="-336550" algn="just">
              <a:buSzPts val="1700"/>
              <a:buChar char="●"/>
            </a:pPr>
            <a:r>
              <a:rPr lang="en-US" sz="1700" b="1" dirty="0">
                <a:solidFill>
                  <a:srgbClr val="0070C0"/>
                </a:solidFill>
                <a:latin typeface="Times New Roman"/>
                <a:ea typeface="Times New Roman"/>
                <a:cs typeface="Times New Roman"/>
                <a:sym typeface="Times New Roman"/>
              </a:rPr>
              <a:t>PEO1:</a:t>
            </a:r>
            <a:r>
              <a:rPr lang="en-US" sz="1700" dirty="0">
                <a:solidFill>
                  <a:srgbClr val="0070C0"/>
                </a:solidFill>
                <a:latin typeface="Times New Roman"/>
                <a:ea typeface="Times New Roman"/>
                <a:cs typeface="Times New Roman"/>
                <a:sym typeface="Times New Roman"/>
              </a:rPr>
              <a:t> </a:t>
            </a:r>
            <a:r>
              <a:rPr lang="en-US" sz="1700" dirty="0">
                <a:latin typeface="Times New Roman"/>
                <a:ea typeface="Times New Roman"/>
                <a:cs typeface="Times New Roman"/>
                <a:sym typeface="Times New Roman"/>
              </a:rPr>
              <a:t>Graduates will demonstrate professional excellence by applying advanced knowledge of artificial intelligence, machine learning, data-driven modelling, and computational techniques to design innovative solutions for complex engineering and societal problems.</a:t>
            </a:r>
          </a:p>
          <a:p>
            <a:pPr indent="0" algn="just"/>
            <a:endParaRPr lang="en-US" sz="1700" dirty="0">
              <a:latin typeface="Times New Roman"/>
              <a:ea typeface="Times New Roman"/>
              <a:cs typeface="Times New Roman"/>
              <a:sym typeface="Times New Roman"/>
            </a:endParaRPr>
          </a:p>
          <a:p>
            <a:pPr indent="-336550" algn="just">
              <a:buSzPts val="1700"/>
              <a:buChar char="●"/>
            </a:pPr>
            <a:r>
              <a:rPr lang="en-US" sz="1700" b="1" dirty="0">
                <a:solidFill>
                  <a:srgbClr val="0070C0"/>
                </a:solidFill>
                <a:latin typeface="Times New Roman"/>
                <a:ea typeface="Times New Roman"/>
                <a:cs typeface="Times New Roman"/>
                <a:sym typeface="Times New Roman"/>
              </a:rPr>
              <a:t>PEO2:</a:t>
            </a:r>
            <a:r>
              <a:rPr lang="en-US" sz="1700" dirty="0">
                <a:solidFill>
                  <a:srgbClr val="0070C0"/>
                </a:solidFill>
                <a:latin typeface="Times New Roman"/>
                <a:ea typeface="Times New Roman"/>
                <a:cs typeface="Times New Roman"/>
                <a:sym typeface="Times New Roman"/>
              </a:rPr>
              <a:t> </a:t>
            </a:r>
            <a:r>
              <a:rPr lang="en-US" sz="1700" dirty="0">
                <a:latin typeface="Times New Roman"/>
                <a:ea typeface="Times New Roman"/>
                <a:cs typeface="Times New Roman"/>
                <a:sym typeface="Times New Roman"/>
              </a:rPr>
              <a:t>Graduates will contribute to research and innovation by identifying emerging technological challenges, developing intelligent computational models, and advancing knowledge through scientific investigation, publications, patents, or technology development.</a:t>
            </a:r>
          </a:p>
          <a:p>
            <a:pPr marL="0" indent="0" algn="just"/>
            <a:endParaRPr lang="en-US" sz="1700" dirty="0">
              <a:latin typeface="Times New Roman"/>
              <a:ea typeface="Times New Roman"/>
              <a:cs typeface="Times New Roman"/>
              <a:sym typeface="Times New Roman"/>
            </a:endParaRPr>
          </a:p>
          <a:p>
            <a:pPr indent="-336550" algn="just">
              <a:buSzPts val="1700"/>
              <a:buChar char="●"/>
            </a:pPr>
            <a:r>
              <a:rPr lang="en-US" sz="1700" b="1" dirty="0">
                <a:solidFill>
                  <a:srgbClr val="0070C0"/>
                </a:solidFill>
                <a:latin typeface="Times New Roman"/>
                <a:ea typeface="Times New Roman"/>
                <a:cs typeface="Times New Roman"/>
                <a:sym typeface="Times New Roman"/>
              </a:rPr>
              <a:t>PEO3:</a:t>
            </a:r>
            <a:r>
              <a:rPr lang="en-US" sz="1700" dirty="0">
                <a:solidFill>
                  <a:srgbClr val="0070C0"/>
                </a:solidFill>
                <a:latin typeface="Times New Roman"/>
                <a:ea typeface="Times New Roman"/>
                <a:cs typeface="Times New Roman"/>
                <a:sym typeface="Times New Roman"/>
              </a:rPr>
              <a:t> </a:t>
            </a:r>
            <a:r>
              <a:rPr lang="en-US" sz="1700" dirty="0">
                <a:latin typeface="Times New Roman"/>
                <a:ea typeface="Times New Roman"/>
                <a:cs typeface="Times New Roman"/>
                <a:sym typeface="Times New Roman"/>
              </a:rPr>
              <a:t>Graduates will engage in lifelong learning, professional development, and upskilling to adapt to advancements in artificial intelligence, computing technologies, and evolving industry requirements.</a:t>
            </a:r>
          </a:p>
          <a:p>
            <a:pPr indent="0" algn="just"/>
            <a:endParaRPr lang="en-US" sz="1700" dirty="0">
              <a:latin typeface="Times New Roman"/>
              <a:ea typeface="Times New Roman"/>
              <a:cs typeface="Times New Roman"/>
              <a:sym typeface="Times New Roman"/>
            </a:endParaRPr>
          </a:p>
          <a:p>
            <a:pPr indent="-336550" algn="just">
              <a:buSzPts val="1700"/>
              <a:buChar char="●"/>
            </a:pPr>
            <a:r>
              <a:rPr lang="en-US" sz="1700" b="1" dirty="0">
                <a:solidFill>
                  <a:srgbClr val="0070C0"/>
                </a:solidFill>
                <a:latin typeface="Times New Roman"/>
                <a:ea typeface="Times New Roman"/>
                <a:cs typeface="Times New Roman"/>
                <a:sym typeface="Times New Roman"/>
              </a:rPr>
              <a:t>PEO4: </a:t>
            </a:r>
            <a:r>
              <a:rPr lang="en-US" sz="1700" dirty="0">
                <a:latin typeface="Times New Roman"/>
                <a:ea typeface="Times New Roman"/>
                <a:cs typeface="Times New Roman"/>
                <a:sym typeface="Times New Roman"/>
              </a:rPr>
              <a:t>Graduates will practice responsible development and deployment of intelligent systems by considering ethical principles, societal impact, sustainability, fairness, privacy, and professional responsibilities.</a:t>
            </a:r>
          </a:p>
        </p:txBody>
      </p:sp>
    </p:spTree>
    <p:extLst>
      <p:ext uri="{BB962C8B-B14F-4D97-AF65-F5344CB8AC3E}">
        <p14:creationId xmlns:p14="http://schemas.microsoft.com/office/powerpoint/2010/main" val="4224678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p:nvPr/>
        </p:nvSpPr>
        <p:spPr>
          <a:xfrm>
            <a:off x="417951" y="996858"/>
            <a:ext cx="9783447"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1F4E79"/>
                </a:solidFill>
                <a:latin typeface="Times New Roman"/>
                <a:ea typeface="Times New Roman"/>
                <a:cs typeface="Times New Roman"/>
                <a:sym typeface="Times New Roman"/>
              </a:rPr>
              <a:t>Unit I</a:t>
            </a:r>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Foundations of Generative AI: </a:t>
            </a:r>
            <a:r>
              <a:rPr lang="en-US" sz="2000" b="0" i="0" u="none" strike="noStrike" cap="none">
                <a:solidFill>
                  <a:srgbClr val="000000"/>
                </a:solidFill>
                <a:latin typeface="Times New Roman"/>
                <a:ea typeface="Times New Roman"/>
                <a:cs typeface="Times New Roman"/>
                <a:sym typeface="Times New Roman"/>
              </a:rPr>
              <a:t>Define generative AI, explain how generative AI works,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describe generative AI model types, and describe generative AI applications.</a:t>
            </a:r>
            <a:endParaRPr/>
          </a:p>
        </p:txBody>
      </p:sp>
      <p:sp>
        <p:nvSpPr>
          <p:cNvPr id="175" name="Google Shape;175;p8"/>
          <p:cNvSpPr txBox="1"/>
          <p:nvPr/>
        </p:nvSpPr>
        <p:spPr>
          <a:xfrm>
            <a:off x="417951" y="2012521"/>
            <a:ext cx="9204764"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1F4E79"/>
                </a:solidFill>
                <a:latin typeface="Times New Roman"/>
                <a:ea typeface="Times New Roman"/>
                <a:cs typeface="Times New Roman"/>
                <a:sym typeface="Times New Roman"/>
              </a:rPr>
              <a:t>Unit II</a:t>
            </a:r>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Exploring Large Language Models (LLMs): </a:t>
            </a:r>
            <a:r>
              <a:rPr lang="en-US" sz="2000" b="0" i="0" u="none" strike="noStrike" cap="none">
                <a:solidFill>
                  <a:srgbClr val="000000"/>
                </a:solidFill>
                <a:latin typeface="Times New Roman"/>
                <a:ea typeface="Times New Roman"/>
                <a:cs typeface="Times New Roman"/>
                <a:sym typeface="Times New Roman"/>
              </a:rPr>
              <a:t>Define LLMs, describe LLM use cases,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explain prompt tuning, and describe Google's Generative AI development tools.</a:t>
            </a:r>
            <a:endParaRPr/>
          </a:p>
        </p:txBody>
      </p:sp>
      <p:sp>
        <p:nvSpPr>
          <p:cNvPr id="176" name="Google Shape;176;p8"/>
          <p:cNvSpPr txBox="1"/>
          <p:nvPr/>
        </p:nvSpPr>
        <p:spPr>
          <a:xfrm>
            <a:off x="480852" y="3177119"/>
            <a:ext cx="9930924"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1F4E79"/>
                </a:solidFill>
                <a:latin typeface="Times New Roman"/>
                <a:ea typeface="Times New Roman"/>
                <a:cs typeface="Times New Roman"/>
                <a:sym typeface="Times New Roman"/>
              </a:rPr>
              <a:t>Unit III</a:t>
            </a:r>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Introduction to Responsible AI: </a:t>
            </a:r>
            <a:r>
              <a:rPr lang="en-US" sz="2000" b="0" i="0" u="none" strike="noStrike" cap="none">
                <a:solidFill>
                  <a:srgbClr val="000000"/>
                </a:solidFill>
                <a:latin typeface="Times New Roman"/>
                <a:ea typeface="Times New Roman"/>
                <a:cs typeface="Times New Roman"/>
                <a:sym typeface="Times New Roman"/>
              </a:rPr>
              <a:t>Understand Google's AI Principles, identify the need for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responsible AI, recognize lifecycle impacts, and align AI with organizational values.</a:t>
            </a:r>
            <a:endParaRPr/>
          </a:p>
        </p:txBody>
      </p:sp>
      <p:sp>
        <p:nvSpPr>
          <p:cNvPr id="177" name="Google Shape;177;p8"/>
          <p:cNvSpPr txBox="1"/>
          <p:nvPr/>
        </p:nvSpPr>
        <p:spPr>
          <a:xfrm>
            <a:off x="480852" y="4367980"/>
            <a:ext cx="10249922"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1F4E79"/>
                </a:solidFill>
                <a:latin typeface="Times New Roman"/>
                <a:ea typeface="Times New Roman"/>
                <a:cs typeface="Times New Roman"/>
                <a:sym typeface="Times New Roman"/>
              </a:rPr>
              <a:t>Unit IV</a:t>
            </a:r>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Practical Prompt Design with Vertex AI: </a:t>
            </a:r>
            <a:r>
              <a:rPr lang="en-US" sz="2000" b="0" i="0" u="none" strike="noStrike" cap="none">
                <a:solidFill>
                  <a:srgbClr val="000000"/>
                </a:solidFill>
                <a:latin typeface="Times New Roman"/>
                <a:ea typeface="Times New Roman"/>
                <a:cs typeface="Times New Roman"/>
                <a:sym typeface="Times New Roman"/>
              </a:rPr>
              <a:t>Explain the business case for responsible AI, identify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ethical issues, apply Google's AI Principles, and operationalize responsible AI.</a:t>
            </a:r>
            <a:endParaRPr/>
          </a:p>
        </p:txBody>
      </p:sp>
      <p:sp>
        <p:nvSpPr>
          <p:cNvPr id="178" name="Google Shape;178;p8"/>
          <p:cNvSpPr txBox="1"/>
          <p:nvPr/>
        </p:nvSpPr>
        <p:spPr>
          <a:xfrm>
            <a:off x="243090" y="489118"/>
            <a:ext cx="11705700" cy="50790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Clr>
                <a:srgbClr val="3803BD"/>
              </a:buClr>
              <a:buSzPts val="1800"/>
              <a:buFont typeface="Times New Roman"/>
              <a:buNone/>
            </a:pPr>
            <a:r>
              <a:rPr lang="en-US" sz="2500" b="1">
                <a:solidFill>
                  <a:srgbClr val="3803BD"/>
                </a:solidFill>
                <a:latin typeface="Times New Roman"/>
                <a:ea typeface="Times New Roman"/>
                <a:cs typeface="Times New Roman"/>
                <a:sym typeface="Times New Roman"/>
              </a:rPr>
              <a:t>Course</a:t>
            </a:r>
            <a:r>
              <a:rPr lang="en-US" sz="2500" b="1" i="0" u="none" strike="noStrike" cap="none">
                <a:solidFill>
                  <a:srgbClr val="3803BD"/>
                </a:solidFill>
                <a:latin typeface="Times New Roman"/>
                <a:ea typeface="Times New Roman"/>
                <a:cs typeface="Times New Roman"/>
                <a:sym typeface="Times New Roman"/>
              </a:rPr>
              <a:t> </a:t>
            </a:r>
            <a:r>
              <a:rPr lang="en-US" sz="2700" b="1" i="0" u="none" strike="noStrike" cap="none">
                <a:solidFill>
                  <a:srgbClr val="3803BD"/>
                </a:solidFill>
                <a:latin typeface="Times New Roman"/>
                <a:ea typeface="Times New Roman"/>
                <a:cs typeface="Times New Roman"/>
                <a:sym typeface="Times New Roman"/>
              </a:rPr>
              <a:t>Content</a:t>
            </a:r>
            <a:r>
              <a:rPr lang="en-US" sz="2500" b="1" i="0" u="none" strike="noStrike" cap="none">
                <a:solidFill>
                  <a:srgbClr val="3803BD"/>
                </a:solidFill>
                <a:latin typeface="Times New Roman"/>
                <a:ea typeface="Times New Roman"/>
                <a:cs typeface="Times New Roman"/>
                <a:sym typeface="Times New Roman"/>
              </a:rPr>
              <a:t> Overview</a:t>
            </a:r>
            <a:endParaRPr sz="21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txBox="1"/>
          <p:nvPr/>
        </p:nvSpPr>
        <p:spPr>
          <a:xfrm>
            <a:off x="1052051" y="1001231"/>
            <a:ext cx="9733936"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F4E79"/>
                </a:solidFill>
                <a:latin typeface="Times New Roman"/>
                <a:ea typeface="Times New Roman"/>
                <a:cs typeface="Times New Roman"/>
                <a:sym typeface="Times New Roman"/>
              </a:rPr>
              <a:t>Unit V</a:t>
            </a:r>
            <a:endParaRPr/>
          </a:p>
          <a:p>
            <a:pPr marL="0" marR="0" lvl="0" indent="0" algn="l" rtl="0">
              <a:lnSpc>
                <a:spcPct val="100000"/>
              </a:lnSpc>
              <a:spcBef>
                <a:spcPts val="0"/>
              </a:spcBef>
              <a:spcAft>
                <a:spcPts val="0"/>
              </a:spcAft>
              <a:buNone/>
            </a:pPr>
            <a:r>
              <a:rPr lang="en-US" sz="2200" b="1" i="0" u="none" strike="noStrike" cap="none">
                <a:solidFill>
                  <a:srgbClr val="000000"/>
                </a:solidFill>
                <a:latin typeface="Times New Roman"/>
                <a:ea typeface="Times New Roman"/>
                <a:cs typeface="Times New Roman"/>
                <a:sym typeface="Times New Roman"/>
              </a:rPr>
              <a:t>Implementing Responsible AI in Google Cloud: </a:t>
            </a:r>
            <a:r>
              <a:rPr lang="en-US" sz="2000" b="0" i="0" u="none" strike="noStrike" cap="none">
                <a:solidFill>
                  <a:srgbClr val="000000"/>
                </a:solidFill>
                <a:latin typeface="Times New Roman"/>
                <a:ea typeface="Times New Roman"/>
                <a:cs typeface="Times New Roman"/>
                <a:sym typeface="Times New Roman"/>
              </a:rPr>
              <a:t>Overview of Google's AI Principles, ethical AI development, governance, stakeholder trust, risk management, compliance, and competitive advantage.</a:t>
            </a:r>
            <a:endParaRPr/>
          </a:p>
        </p:txBody>
      </p:sp>
      <p:sp>
        <p:nvSpPr>
          <p:cNvPr id="184" name="Google Shape;184;p9"/>
          <p:cNvSpPr txBox="1"/>
          <p:nvPr/>
        </p:nvSpPr>
        <p:spPr>
          <a:xfrm>
            <a:off x="1052051" y="2537192"/>
            <a:ext cx="9733936" cy="13234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1F4E79"/>
                </a:solidFill>
                <a:latin typeface="Times New Roman"/>
                <a:ea typeface="Times New Roman"/>
                <a:cs typeface="Times New Roman"/>
                <a:sym typeface="Times New Roman"/>
              </a:rPr>
              <a:t>Unit VI</a:t>
            </a:r>
            <a:endParaRPr/>
          </a:p>
          <a:p>
            <a:pPr marL="0" marR="0" lvl="0" indent="0" algn="l" rtl="0">
              <a:lnSpc>
                <a:spcPct val="100000"/>
              </a:lnSpc>
              <a:spcBef>
                <a:spcPts val="0"/>
              </a:spcBef>
              <a:spcAft>
                <a:spcPts val="0"/>
              </a:spcAft>
              <a:buNone/>
            </a:pPr>
            <a:r>
              <a:rPr lang="en-US" sz="2200" b="1" i="0" u="none" strike="noStrike" cap="none">
                <a:solidFill>
                  <a:srgbClr val="000000"/>
                </a:solidFill>
                <a:latin typeface="Times New Roman"/>
                <a:ea typeface="Times New Roman"/>
                <a:cs typeface="Times New Roman"/>
                <a:sym typeface="Times New Roman"/>
              </a:rPr>
              <a:t>Advanced Generative AI Applications: </a:t>
            </a:r>
            <a:r>
              <a:rPr lang="en-US" sz="2000" b="0" i="0" u="none" strike="noStrike" cap="none">
                <a:solidFill>
                  <a:srgbClr val="000000"/>
                </a:solidFill>
                <a:latin typeface="Times New Roman"/>
                <a:ea typeface="Times New Roman"/>
                <a:cs typeface="Times New Roman"/>
                <a:sym typeface="Times New Roman"/>
              </a:rPr>
              <a:t>Overview of Vertex AI, Generative AI Studio, Gemini, Model Garden, multimodal workflows, text-to-image, image, video, audio, and cross-modal AI.</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0"/>
          <p:cNvSpPr txBox="1"/>
          <p:nvPr/>
        </p:nvSpPr>
        <p:spPr>
          <a:xfrm>
            <a:off x="1297858" y="1406865"/>
            <a:ext cx="7423500" cy="41817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2000"/>
              <a:buFont typeface="Arial"/>
              <a:buNone/>
            </a:pPr>
            <a:r>
              <a:rPr lang="en-US" sz="2600" b="1" i="0" u="none" strike="noStrike" cap="none">
                <a:solidFill>
                  <a:srgbClr val="000000"/>
                </a:solidFill>
                <a:latin typeface="Times New Roman"/>
                <a:ea typeface="Times New Roman"/>
                <a:cs typeface="Times New Roman"/>
                <a:sym typeface="Times New Roman"/>
              </a:rPr>
              <a:t>List of Practicals</a:t>
            </a:r>
            <a:endParaRPr sz="2600" b="0" i="0" u="none" strike="noStrike" cap="none">
              <a:solidFill>
                <a:srgbClr val="000000"/>
              </a:solidFill>
              <a:latin typeface="Times New Roman"/>
              <a:ea typeface="Times New Roman"/>
              <a:cs typeface="Times New Roman"/>
              <a:sym typeface="Times New Roman"/>
            </a:endParaRPr>
          </a:p>
          <a:p>
            <a:pPr marL="342900" marR="0" lvl="0" indent="-381000" algn="just" rtl="0">
              <a:lnSpc>
                <a:spcPct val="150000"/>
              </a:lnSpc>
              <a:spcBef>
                <a:spcPts val="80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Get Started with Generative AI Studio </a:t>
            </a:r>
            <a:endParaRPr sz="2200" b="0" i="0" u="none" strike="noStrike" cap="none">
              <a:solidFill>
                <a:srgbClr val="000000"/>
              </a:solidFill>
              <a:latin typeface="Times New Roman"/>
              <a:ea typeface="Times New Roman"/>
              <a:cs typeface="Times New Roman"/>
              <a:sym typeface="Times New Roman"/>
            </a:endParaRPr>
          </a:p>
          <a:p>
            <a:pPr marL="342900" marR="0" lvl="0" indent="-381000" algn="just" rtl="0">
              <a:lnSpc>
                <a:spcPct val="150000"/>
              </a:lnSpc>
              <a:spcBef>
                <a:spcPts val="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Generative AI with Vertex AI: Getting Started </a:t>
            </a:r>
            <a:endParaRPr sz="2000"/>
          </a:p>
          <a:p>
            <a:pPr marL="342900" marR="0" lvl="0" indent="-381000" algn="just" rtl="0">
              <a:lnSpc>
                <a:spcPct val="150000"/>
              </a:lnSpc>
              <a:spcBef>
                <a:spcPts val="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Generative AI with Vertex AI: Prompt Design </a:t>
            </a:r>
            <a:endParaRPr sz="2000"/>
          </a:p>
          <a:p>
            <a:pPr marL="342900" marR="0" lvl="0" indent="-381000" algn="just" rtl="0">
              <a:lnSpc>
                <a:spcPct val="150000"/>
              </a:lnSpc>
              <a:spcBef>
                <a:spcPts val="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Vertex AI PaLM API: Qwik Start </a:t>
            </a:r>
            <a:endParaRPr sz="2000"/>
          </a:p>
          <a:p>
            <a:pPr marL="342900" marR="0" lvl="0" indent="-381000" algn="just" rtl="0">
              <a:lnSpc>
                <a:spcPct val="150000"/>
              </a:lnSpc>
              <a:spcBef>
                <a:spcPts val="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Integrate Search in Applications Using Gen AI App Builder </a:t>
            </a:r>
            <a:endParaRPr sz="2000"/>
          </a:p>
          <a:p>
            <a:pPr marL="342900" marR="0" lvl="0" indent="-381000" algn="just" rtl="0">
              <a:lnSpc>
                <a:spcPct val="150000"/>
              </a:lnSpc>
              <a:spcBef>
                <a:spcPts val="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Prompt Design using PaLM</a:t>
            </a:r>
            <a:endParaRPr sz="2200" b="0" i="0" u="none" strike="noStrike" cap="none">
              <a:solidFill>
                <a:srgbClr val="000000"/>
              </a:solidFill>
              <a:latin typeface="Times New Roman"/>
              <a:ea typeface="Times New Roman"/>
              <a:cs typeface="Times New Roman"/>
              <a:sym typeface="Times New Roman"/>
            </a:endParaRPr>
          </a:p>
          <a:p>
            <a:pPr marL="342900" marR="0" lvl="0" indent="-381000" algn="just" rtl="0">
              <a:lnSpc>
                <a:spcPct val="150000"/>
              </a:lnSpc>
              <a:spcBef>
                <a:spcPts val="0"/>
              </a:spcBef>
              <a:spcAft>
                <a:spcPts val="0"/>
              </a:spcAft>
              <a:buClr>
                <a:srgbClr val="000000"/>
              </a:buClr>
              <a:buSzPts val="2200"/>
              <a:buFont typeface="Noto Sans Symbols"/>
              <a:buChar char="∙"/>
            </a:pPr>
            <a:r>
              <a:rPr lang="en-US" sz="2200" b="0" i="0" u="none" strike="noStrike" cap="none">
                <a:solidFill>
                  <a:srgbClr val="000000"/>
                </a:solidFill>
                <a:latin typeface="Times New Roman"/>
                <a:ea typeface="Times New Roman"/>
                <a:cs typeface="Times New Roman"/>
                <a:sym typeface="Times New Roman"/>
              </a:rPr>
              <a:t>Explore and Evaluate Models using Model Garden</a:t>
            </a:r>
            <a:endParaRPr sz="22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1"/>
          <p:cNvSpPr txBox="1"/>
          <p:nvPr/>
        </p:nvSpPr>
        <p:spPr>
          <a:xfrm>
            <a:off x="1052051" y="1001231"/>
            <a:ext cx="9733936"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Innovative pedagogies</a:t>
            </a:r>
            <a:endParaRPr sz="2000" b="0" i="0" u="none" strike="noStrike" cap="none">
              <a:solidFill>
                <a:srgbClr val="000000"/>
              </a:solidFill>
              <a:latin typeface="Times New Roman"/>
              <a:ea typeface="Times New Roman"/>
              <a:cs typeface="Times New Roman"/>
              <a:sym typeface="Times New Roman"/>
            </a:endParaRPr>
          </a:p>
        </p:txBody>
      </p:sp>
      <p:graphicFrame>
        <p:nvGraphicFramePr>
          <p:cNvPr id="195" name="Google Shape;195;p11"/>
          <p:cNvGraphicFramePr/>
          <p:nvPr/>
        </p:nvGraphicFramePr>
        <p:xfrm>
          <a:off x="609600" y="1805940"/>
          <a:ext cx="10972800" cy="3779560"/>
        </p:xfrm>
        <a:graphic>
          <a:graphicData uri="http://schemas.openxmlformats.org/drawingml/2006/table">
            <a:tbl>
              <a:tblPr>
                <a:noFill/>
                <a:tableStyleId>{EAF6ACC0-C4BF-469D-B655-7DE3A01F9316}</a:tableStyleId>
              </a:tblPr>
              <a:tblGrid>
                <a:gridCol w="2723525">
                  <a:extLst>
                    <a:ext uri="{9D8B030D-6E8A-4147-A177-3AD203B41FA5}">
                      <a16:colId xmlns:a16="http://schemas.microsoft.com/office/drawing/2014/main" val="20000"/>
                    </a:ext>
                  </a:extLst>
                </a:gridCol>
                <a:gridCol w="8249275">
                  <a:extLst>
                    <a:ext uri="{9D8B030D-6E8A-4147-A177-3AD203B41FA5}">
                      <a16:colId xmlns:a16="http://schemas.microsoft.com/office/drawing/2014/main" val="20001"/>
                    </a:ext>
                  </a:extLst>
                </a:gridCol>
              </a:tblGrid>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Pedagogy</a:t>
                      </a:r>
                      <a:endParaRPr sz="16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Application in the Course</a:t>
                      </a:r>
                      <a:endParaRPr sz="16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Use of AI</a:t>
                      </a:r>
                      <a:endParaRPr sz="16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AI tools such as </a:t>
                      </a:r>
                      <a:r>
                        <a:rPr lang="en-US" sz="1600" b="1" u="none" strike="noStrike" cap="none">
                          <a:latin typeface="Times New Roman"/>
                          <a:ea typeface="Times New Roman"/>
                          <a:cs typeface="Times New Roman"/>
                          <a:sym typeface="Times New Roman"/>
                        </a:rPr>
                        <a:t>Gemini, ChatGPT, Google AI Studio, Vertex AI Studio, and NotebookLM</a:t>
                      </a:r>
                      <a:r>
                        <a:rPr lang="en-US" sz="1600" u="none" strike="noStrike" cap="none">
                          <a:latin typeface="Times New Roman"/>
                          <a:ea typeface="Times New Roman"/>
                          <a:cs typeface="Times New Roman"/>
                          <a:sym typeface="Times New Roman"/>
                        </a:rPr>
                        <a:t> will be used to demonstrate generative AI concepts, compare prompt outputs, explain LLM architectures, generate multimodal content (text, image, code), evaluate prompts, and illustrate responsible AI practices. Students will also use AI assistants for debugging prompts, summarizing concepts, and generating prototype applications. Applied across </a:t>
                      </a:r>
                      <a:r>
                        <a:rPr lang="en-US" sz="1600" b="1" u="none" strike="noStrike" cap="none">
                          <a:latin typeface="Times New Roman"/>
                          <a:ea typeface="Times New Roman"/>
                          <a:cs typeface="Times New Roman"/>
                          <a:sym typeface="Times New Roman"/>
                        </a:rPr>
                        <a:t>Units 1–6</a:t>
                      </a:r>
                      <a:r>
                        <a:rPr lang="en-US" sz="1600" u="none" strike="noStrike" cap="none">
                          <a:latin typeface="Times New Roman"/>
                          <a:ea typeface="Times New Roman"/>
                          <a:cs typeface="Times New Roman"/>
                          <a:sym typeface="Times New Roman"/>
                        </a:rPr>
                        <a:t>, especially during prompt engineering, multimodal AI, and practical sessions.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Case-Based Learning</a:t>
                      </a:r>
                      <a:endParaRPr sz="16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Real-world case studies from healthcare, education, finance, customer service, software development, and content generation will be analyzed to understand Generative AI applications, ethical issues, AI governance, and business impact. Students will evaluate successful and failed AI deployments. Primarily used in </a:t>
                      </a:r>
                      <a:r>
                        <a:rPr lang="en-US" sz="1600" b="1" u="none" strike="noStrike" cap="none">
                          <a:latin typeface="Times New Roman"/>
                          <a:ea typeface="Times New Roman"/>
                          <a:cs typeface="Times New Roman"/>
                          <a:sym typeface="Times New Roman"/>
                        </a:rPr>
                        <a:t>Units 1, 3, 5, and 6</a:t>
                      </a:r>
                      <a:r>
                        <a:rPr lang="en-US" sz="1600" u="none" strike="noStrike" cap="none">
                          <a:latin typeface="Times New Roman"/>
                          <a:ea typeface="Times New Roman"/>
                          <a:cs typeface="Times New Roman"/>
                          <a:sym typeface="Times New Roman"/>
                        </a:rPr>
                        <a: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03200">
                <a:tc>
                  <a:txBody>
                    <a:bodyPr/>
                    <a:lstStyle/>
                    <a:p>
                      <a:pPr marL="0" marR="0" lvl="0" indent="0" algn="l" rtl="0">
                        <a:lnSpc>
                          <a:spcPct val="10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Quizzes and AI Challenge Activities</a:t>
                      </a:r>
                      <a:endParaRPr sz="1600" u="none" strike="noStrike" cap="none">
                        <a:latin typeface="Times New Roman"/>
                        <a:ea typeface="Times New Roman"/>
                        <a:cs typeface="Times New Roman"/>
                        <a:sym typeface="Times New Roman"/>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Times New Roman"/>
                          <a:ea typeface="Times New Roman"/>
                          <a:cs typeface="Times New Roman"/>
                          <a:sym typeface="Times New Roman"/>
                        </a:rPr>
                        <a:t>Short concept quizzes, prompt debugging challenges, AI output evaluation exercises, and scenario-based assessments will be conducted after every major topic. Students will compare outputs from different LLMs and justify the best prompt design. Used throughout the course.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g3f53bdeb0f5_0_4"/>
          <p:cNvSpPr txBox="1"/>
          <p:nvPr/>
        </p:nvSpPr>
        <p:spPr>
          <a:xfrm>
            <a:off x="605925" y="1776450"/>
            <a:ext cx="9903000" cy="303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2600" b="1">
                <a:solidFill>
                  <a:schemeClr val="dk1"/>
                </a:solidFill>
                <a:latin typeface="Times New Roman"/>
                <a:ea typeface="Times New Roman"/>
                <a:cs typeface="Times New Roman"/>
                <a:sym typeface="Times New Roman"/>
              </a:rPr>
              <a:t>Total Course Marks: 100</a:t>
            </a:r>
            <a:endParaRPr sz="2600" b="1">
              <a:solidFill>
                <a:schemeClr val="dk1"/>
              </a:solidFill>
              <a:latin typeface="Times New Roman"/>
              <a:ea typeface="Times New Roman"/>
              <a:cs typeface="Times New Roman"/>
              <a:sym typeface="Times New Roman"/>
            </a:endParaRPr>
          </a:p>
          <a:p>
            <a:pPr marL="12700" lvl="0" indent="0" algn="l" rtl="0">
              <a:lnSpc>
                <a:spcPct val="115000"/>
              </a:lnSpc>
              <a:spcBef>
                <a:spcPts val="1200"/>
              </a:spcBef>
              <a:spcAft>
                <a:spcPts val="0"/>
              </a:spcAft>
              <a:buNone/>
            </a:pPr>
            <a:r>
              <a:rPr lang="en-US" sz="2600">
                <a:solidFill>
                  <a:schemeClr val="dk1"/>
                </a:solidFill>
                <a:latin typeface="Times New Roman"/>
                <a:ea typeface="Times New Roman"/>
                <a:cs typeface="Times New Roman"/>
                <a:sym typeface="Times New Roman"/>
              </a:rPr>
              <a:t>●</a:t>
            </a:r>
            <a:r>
              <a:rPr lang="en-US" sz="2600" b="1">
                <a:solidFill>
                  <a:schemeClr val="dk1"/>
                </a:solidFill>
                <a:latin typeface="Times New Roman"/>
                <a:ea typeface="Times New Roman"/>
                <a:cs typeface="Times New Roman"/>
                <a:sym typeface="Times New Roman"/>
              </a:rPr>
              <a:t>Attendance: 5 Marks</a:t>
            </a:r>
            <a:endParaRPr sz="2600" b="1">
              <a:solidFill>
                <a:schemeClr val="dk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US" sz="2600">
                <a:solidFill>
                  <a:schemeClr val="dk1"/>
                </a:solidFill>
                <a:latin typeface="Times New Roman"/>
                <a:ea typeface="Times New Roman"/>
                <a:cs typeface="Times New Roman"/>
                <a:sym typeface="Times New Roman"/>
              </a:rPr>
              <a:t>●</a:t>
            </a:r>
            <a:r>
              <a:rPr lang="en-US" sz="2600" b="1">
                <a:solidFill>
                  <a:schemeClr val="dk1"/>
                </a:solidFill>
                <a:latin typeface="Times New Roman"/>
                <a:ea typeface="Times New Roman"/>
                <a:cs typeface="Times New Roman"/>
                <a:sym typeface="Times New Roman"/>
              </a:rPr>
              <a:t>Continuous Assessment (CA): 25 Marks</a:t>
            </a:r>
            <a:endParaRPr sz="2600" b="1">
              <a:solidFill>
                <a:schemeClr val="dk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US" sz="2600">
                <a:solidFill>
                  <a:schemeClr val="dk1"/>
                </a:solidFill>
                <a:latin typeface="Times New Roman"/>
                <a:ea typeface="Times New Roman"/>
                <a:cs typeface="Times New Roman"/>
                <a:sym typeface="Times New Roman"/>
              </a:rPr>
              <a:t>●</a:t>
            </a:r>
            <a:r>
              <a:rPr lang="en-US" sz="2600" b="1">
                <a:solidFill>
                  <a:schemeClr val="dk1"/>
                </a:solidFill>
                <a:latin typeface="Times New Roman"/>
                <a:ea typeface="Times New Roman"/>
                <a:cs typeface="Times New Roman"/>
                <a:sym typeface="Times New Roman"/>
              </a:rPr>
              <a:t>Mid-Term Examination(MTE): 20 Marks(</a:t>
            </a:r>
            <a:r>
              <a:rPr lang="en-US" sz="2600">
                <a:solidFill>
                  <a:schemeClr val="dk1"/>
                </a:solidFill>
                <a:latin typeface="Times New Roman"/>
                <a:ea typeface="Times New Roman"/>
                <a:cs typeface="Times New Roman"/>
                <a:sym typeface="Times New Roman"/>
              </a:rPr>
              <a:t>MCQ)</a:t>
            </a:r>
            <a:endParaRPr sz="2600">
              <a:solidFill>
                <a:schemeClr val="dk1"/>
              </a:solidFill>
              <a:latin typeface="Times New Roman"/>
              <a:ea typeface="Times New Roman"/>
              <a:cs typeface="Times New Roman"/>
              <a:sym typeface="Times New Roman"/>
            </a:endParaRPr>
          </a:p>
          <a:p>
            <a:pPr marL="12700" lvl="0" indent="0" algn="l" rtl="0">
              <a:lnSpc>
                <a:spcPct val="115000"/>
              </a:lnSpc>
              <a:spcBef>
                <a:spcPts val="0"/>
              </a:spcBef>
              <a:spcAft>
                <a:spcPts val="0"/>
              </a:spcAft>
              <a:buNone/>
            </a:pPr>
            <a:r>
              <a:rPr lang="en-US" sz="2600">
                <a:solidFill>
                  <a:schemeClr val="dk1"/>
                </a:solidFill>
                <a:latin typeface="Times New Roman"/>
                <a:ea typeface="Times New Roman"/>
                <a:cs typeface="Times New Roman"/>
                <a:sym typeface="Times New Roman"/>
              </a:rPr>
              <a:t>●</a:t>
            </a:r>
            <a:r>
              <a:rPr lang="en-US" sz="2600" b="1">
                <a:solidFill>
                  <a:schemeClr val="dk1"/>
                </a:solidFill>
                <a:latin typeface="Times New Roman"/>
                <a:ea typeface="Times New Roman"/>
                <a:cs typeface="Times New Roman"/>
                <a:sym typeface="Times New Roman"/>
              </a:rPr>
              <a:t>End-Term Examination( ETE): 50 Marks(</a:t>
            </a:r>
            <a:r>
              <a:rPr lang="en-US" sz="2600">
                <a:solidFill>
                  <a:schemeClr val="dk1"/>
                </a:solidFill>
                <a:latin typeface="Times New Roman"/>
                <a:ea typeface="Times New Roman"/>
                <a:cs typeface="Times New Roman"/>
                <a:sym typeface="Times New Roman"/>
              </a:rPr>
              <a:t> MCQ + Subjective Questions)</a:t>
            </a:r>
            <a:endParaRPr sz="2600">
              <a:solidFill>
                <a:schemeClr val="dk1"/>
              </a:solidFill>
              <a:latin typeface="Times New Roman"/>
              <a:ea typeface="Times New Roman"/>
              <a:cs typeface="Times New Roman"/>
              <a:sym typeface="Times New Roman"/>
            </a:endParaRPr>
          </a:p>
        </p:txBody>
      </p:sp>
      <p:sp>
        <p:nvSpPr>
          <p:cNvPr id="201" name="Google Shape;201;g3f53bdeb0f5_0_4"/>
          <p:cNvSpPr txBox="1"/>
          <p:nvPr/>
        </p:nvSpPr>
        <p:spPr>
          <a:xfrm>
            <a:off x="1087925" y="1019075"/>
            <a:ext cx="7933800" cy="677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3200">
                <a:solidFill>
                  <a:srgbClr val="FF0000"/>
                </a:solidFill>
              </a:rPr>
              <a:t>Assessment &amp; Evaluation Framework</a:t>
            </a:r>
            <a:endParaRPr sz="320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graphicFrame>
        <p:nvGraphicFramePr>
          <p:cNvPr id="206" name="Google Shape;206;g3f53bdeb0f5_0_14"/>
          <p:cNvGraphicFramePr/>
          <p:nvPr/>
        </p:nvGraphicFramePr>
        <p:xfrm>
          <a:off x="751525" y="2101775"/>
          <a:ext cx="6858000" cy="1889640"/>
        </p:xfrm>
        <a:graphic>
          <a:graphicData uri="http://schemas.openxmlformats.org/drawingml/2006/table">
            <a:tbl>
              <a:tblPr>
                <a:noFill/>
                <a:tableStyleId>{C1B9ACB8-205C-408A-B28B-88101D658A13}</a:tableStyleId>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sz="1900" b="1">
                          <a:latin typeface="Times New Roman"/>
                          <a:ea typeface="Times New Roman"/>
                          <a:cs typeface="Times New Roman"/>
                          <a:sym typeface="Times New Roman"/>
                        </a:rPr>
                        <a:t>Component </a:t>
                      </a:r>
                      <a:endParaRPr sz="1900" b="1">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sz="1900" b="1">
                          <a:latin typeface="Times New Roman"/>
                          <a:ea typeface="Times New Roman"/>
                          <a:cs typeface="Times New Roman"/>
                          <a:sym typeface="Times New Roman"/>
                        </a:rPr>
                        <a:t>From Units</a:t>
                      </a:r>
                      <a:endParaRPr sz="1900" b="1">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900">
                          <a:latin typeface="Times New Roman"/>
                          <a:ea typeface="Times New Roman"/>
                          <a:cs typeface="Times New Roman"/>
                          <a:sym typeface="Times New Roman"/>
                        </a:rPr>
                        <a:t>CA1: Test1</a:t>
                      </a:r>
                      <a:endParaRPr sz="19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sz="1900">
                          <a:latin typeface="Times New Roman"/>
                          <a:ea typeface="Times New Roman"/>
                          <a:cs typeface="Times New Roman"/>
                          <a:sym typeface="Times New Roman"/>
                        </a:rPr>
                        <a:t>UNIT-I,II</a:t>
                      </a:r>
                      <a:endParaRPr sz="19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CA1: Test2</a:t>
                      </a:r>
                      <a:endParaRPr sz="19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UNIT-IV, V</a:t>
                      </a:r>
                      <a:endParaRPr sz="19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Clr>
                          <a:schemeClr val="dk1"/>
                        </a:buClr>
                        <a:buSzPts val="1100"/>
                        <a:buFont typeface="Arial"/>
                        <a:buNone/>
                      </a:pPr>
                      <a:r>
                        <a:rPr lang="en-US" sz="1900">
                          <a:solidFill>
                            <a:schemeClr val="dk1"/>
                          </a:solidFill>
                          <a:latin typeface="Times New Roman"/>
                          <a:ea typeface="Times New Roman"/>
                          <a:cs typeface="Times New Roman"/>
                          <a:sym typeface="Times New Roman"/>
                        </a:rPr>
                        <a:t>CA1: Test3</a:t>
                      </a:r>
                      <a:endParaRPr sz="19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US" sz="1900">
                          <a:latin typeface="Times New Roman"/>
                          <a:ea typeface="Times New Roman"/>
                          <a:cs typeface="Times New Roman"/>
                          <a:sym typeface="Times New Roman"/>
                        </a:rPr>
                        <a:t>UNIT-I,II,III,IV,V</a:t>
                      </a:r>
                      <a:endParaRPr sz="19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sp>
        <p:nvSpPr>
          <p:cNvPr id="207" name="Google Shape;207;g3f53bdeb0f5_0_14"/>
          <p:cNvSpPr txBox="1"/>
          <p:nvPr/>
        </p:nvSpPr>
        <p:spPr>
          <a:xfrm>
            <a:off x="1797550" y="1057850"/>
            <a:ext cx="7925700" cy="585000"/>
          </a:xfrm>
          <a:prstGeom prst="rect">
            <a:avLst/>
          </a:prstGeom>
          <a:noFill/>
          <a:ln>
            <a:noFill/>
          </a:ln>
        </p:spPr>
        <p:txBody>
          <a:bodyPr spcFirstLastPara="1" wrap="square" lIns="91425" tIns="91425" rIns="91425" bIns="91425" anchor="t" anchorCtr="0">
            <a:spAutoFit/>
          </a:bodyPr>
          <a:lstStyle/>
          <a:p>
            <a:pPr marL="12700" lvl="0" indent="0" algn="l" rtl="0">
              <a:lnSpc>
                <a:spcPct val="115000"/>
              </a:lnSpc>
              <a:spcBef>
                <a:spcPts val="0"/>
              </a:spcBef>
              <a:spcAft>
                <a:spcPts val="0"/>
              </a:spcAft>
              <a:buNone/>
            </a:pPr>
            <a:r>
              <a:rPr lang="en-US" sz="2600" b="1">
                <a:solidFill>
                  <a:schemeClr val="dk1"/>
                </a:solidFill>
                <a:latin typeface="Times New Roman"/>
                <a:ea typeface="Times New Roman"/>
                <a:cs typeface="Times New Roman"/>
                <a:sym typeface="Times New Roman"/>
              </a:rPr>
              <a:t>Guidelines for Continuous Assessment (CA)</a:t>
            </a:r>
            <a:endParaRPr/>
          </a:p>
        </p:txBody>
      </p:sp>
      <p:sp>
        <p:nvSpPr>
          <p:cNvPr id="208" name="Google Shape;208;g3f53bdeb0f5_0_14"/>
          <p:cNvSpPr txBox="1"/>
          <p:nvPr/>
        </p:nvSpPr>
        <p:spPr>
          <a:xfrm>
            <a:off x="3567175" y="4634800"/>
            <a:ext cx="6495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rgbClr val="C00000"/>
                </a:solidFill>
              </a:rPr>
              <a:t>Best two out of three CA scores will be considered. </a:t>
            </a:r>
            <a:endParaRPr sz="1800">
              <a:solidFill>
                <a:srgbClr val="C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2"/>
          <p:cNvSpPr txBox="1"/>
          <p:nvPr/>
        </p:nvSpPr>
        <p:spPr>
          <a:xfrm>
            <a:off x="-396006" y="483957"/>
            <a:ext cx="11705819" cy="50774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None/>
            </a:pPr>
            <a:r>
              <a:rPr lang="en-US" sz="1800" b="1" i="0" u="none" strike="noStrike" cap="none">
                <a:solidFill>
                  <a:srgbClr val="0070C0"/>
                </a:solidFill>
                <a:latin typeface="Times New Roman"/>
                <a:ea typeface="Times New Roman"/>
                <a:cs typeface="Times New Roman"/>
                <a:sym typeface="Times New Roman"/>
              </a:rPr>
              <a:t>LATEST TRENDS IN GENERATIVE AI</a:t>
            </a:r>
            <a:endParaRPr sz="1800" b="0" i="0" u="none" strike="noStrike" cap="none">
              <a:solidFill>
                <a:srgbClr val="0070C0"/>
              </a:solidFill>
              <a:latin typeface="Times New Roman"/>
              <a:ea typeface="Times New Roman"/>
              <a:cs typeface="Times New Roman"/>
              <a:sym typeface="Times New Roman"/>
            </a:endParaRPr>
          </a:p>
        </p:txBody>
      </p:sp>
      <p:sp>
        <p:nvSpPr>
          <p:cNvPr id="214" name="Google Shape;214;p12"/>
          <p:cNvSpPr txBox="1"/>
          <p:nvPr/>
        </p:nvSpPr>
        <p:spPr>
          <a:xfrm>
            <a:off x="243090" y="1170774"/>
            <a:ext cx="11705819" cy="4695529"/>
          </a:xfrm>
          <a:prstGeom prst="rect">
            <a:avLst/>
          </a:prstGeom>
          <a:noFill/>
          <a:ln>
            <a:noFill/>
          </a:ln>
        </p:spPr>
        <p:txBody>
          <a:bodyPr spcFirstLastPara="1" wrap="square" lIns="45675" tIns="45675" rIns="45675" bIns="45675" anchor="t" anchorCtr="0">
            <a:spAutoFit/>
          </a:bodyPr>
          <a:lstStyle/>
          <a:p>
            <a:pPr marL="478155" marR="0" lvl="0" indent="-342900" algn="l" rtl="0">
              <a:lnSpc>
                <a:spcPct val="150000"/>
              </a:lnSpc>
              <a:spcBef>
                <a:spcPts val="0"/>
              </a:spcBef>
              <a:spcAft>
                <a:spcPts val="0"/>
              </a:spcAft>
              <a:buClr>
                <a:srgbClr val="000000"/>
              </a:buClr>
              <a:buSzPts val="1800"/>
              <a:buFont typeface="Times New Roman"/>
              <a:buAutoNum type="arabicPeriod"/>
            </a:pPr>
            <a:r>
              <a:rPr lang="en-US" sz="1800" b="0" i="0" u="none" strike="noStrike" cap="none">
                <a:solidFill>
                  <a:srgbClr val="000000"/>
                </a:solidFill>
                <a:latin typeface="Times New Roman"/>
                <a:ea typeface="Times New Roman"/>
                <a:cs typeface="Times New Roman"/>
                <a:sym typeface="Times New Roman"/>
              </a:rPr>
              <a:t> </a:t>
            </a:r>
            <a:r>
              <a:rPr lang="en-US" sz="1800" b="1" i="0" u="none" strike="noStrike" cap="none">
                <a:solidFill>
                  <a:srgbClr val="000000"/>
                </a:solidFill>
                <a:latin typeface="Times New Roman"/>
                <a:ea typeface="Times New Roman"/>
                <a:cs typeface="Times New Roman"/>
                <a:sym typeface="Times New Roman"/>
              </a:rPr>
              <a:t>Automated EDA (AutoEDA):</a:t>
            </a:r>
            <a:r>
              <a:rPr lang="en-US" sz="1800" b="0" i="0" u="none" strike="noStrike" cap="none">
                <a:solidFill>
                  <a:srgbClr val="000000"/>
                </a:solidFill>
                <a:latin typeface="Times New Roman"/>
                <a:ea typeface="Times New Roman"/>
                <a:cs typeface="Times New Roman"/>
                <a:sym typeface="Times New Roman"/>
              </a:rPr>
              <a:t> Rapid, one-click data profiling and visualization using libraries like </a:t>
            </a:r>
            <a:r>
              <a:rPr lang="en-US" sz="1800" b="0" i="1" u="none" strike="noStrike" cap="none">
                <a:solidFill>
                  <a:srgbClr val="000000"/>
                </a:solidFill>
                <a:latin typeface="Times New Roman"/>
                <a:ea typeface="Times New Roman"/>
                <a:cs typeface="Times New Roman"/>
                <a:sym typeface="Times New Roman"/>
              </a:rPr>
              <a:t>ydata-profiling</a:t>
            </a:r>
            <a:r>
              <a:rPr lang="en-US" sz="1800" b="0" i="0" u="none" strike="noStrike" cap="none">
                <a:solidFill>
                  <a:srgbClr val="000000"/>
                </a:solidFill>
                <a:latin typeface="Times New Roman"/>
                <a:ea typeface="Times New Roman"/>
                <a:cs typeface="Times New Roman"/>
                <a:sym typeface="Times New Roman"/>
              </a:rPr>
              <a:t>, </a:t>
            </a:r>
            <a:r>
              <a:rPr lang="en-US" sz="1800" b="0" i="1" u="none" strike="noStrike" cap="none">
                <a:solidFill>
                  <a:srgbClr val="000000"/>
                </a:solidFill>
                <a:latin typeface="Times New Roman"/>
                <a:ea typeface="Times New Roman"/>
                <a:cs typeface="Times New Roman"/>
                <a:sym typeface="Times New Roman"/>
              </a:rPr>
              <a:t>Sweetviz</a:t>
            </a:r>
            <a:r>
              <a:rPr lang="en-US" sz="1800" b="0" i="0" u="none" strike="noStrike" cap="none">
                <a:solidFill>
                  <a:srgbClr val="000000"/>
                </a:solidFill>
                <a:latin typeface="Times New Roman"/>
                <a:ea typeface="Times New Roman"/>
                <a:cs typeface="Times New Roman"/>
                <a:sym typeface="Times New Roman"/>
              </a:rPr>
              <a:t>, and </a:t>
            </a:r>
            <a:r>
              <a:rPr lang="en-US" sz="1800" b="0" i="1" u="none" strike="noStrike" cap="none">
                <a:solidFill>
                  <a:srgbClr val="000000"/>
                </a:solidFill>
                <a:latin typeface="Times New Roman"/>
                <a:ea typeface="Times New Roman"/>
                <a:cs typeface="Times New Roman"/>
                <a:sym typeface="Times New Roman"/>
              </a:rPr>
              <a:t>D-Tale</a:t>
            </a:r>
            <a:r>
              <a:rPr lang="en-US" sz="18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478155" marR="0" lvl="0" indent="-342900" algn="l" rtl="0">
              <a:lnSpc>
                <a:spcPct val="150000"/>
              </a:lnSpc>
              <a:spcBef>
                <a:spcPts val="0"/>
              </a:spcBef>
              <a:spcAft>
                <a:spcPts val="0"/>
              </a:spcAft>
              <a:buClr>
                <a:srgbClr val="000000"/>
              </a:buClr>
              <a:buSzPts val="1800"/>
              <a:buFont typeface="Times New Roman"/>
              <a:buAutoNum type="arabicPeriod"/>
            </a:pPr>
            <a:r>
              <a:rPr lang="en-US" sz="1800" b="1" i="0" u="none" strike="noStrike" cap="none">
                <a:solidFill>
                  <a:srgbClr val="000000"/>
                </a:solidFill>
                <a:latin typeface="Times New Roman"/>
                <a:ea typeface="Times New Roman"/>
                <a:cs typeface="Times New Roman"/>
                <a:sym typeface="Times New Roman"/>
              </a:rPr>
              <a:t>Generative AI &amp; LLMs:</a:t>
            </a:r>
            <a:r>
              <a:rPr lang="en-US" sz="1800" b="0" i="0" u="none" strike="noStrike" cap="none">
                <a:solidFill>
                  <a:srgbClr val="000000"/>
                </a:solidFill>
                <a:latin typeface="Times New Roman"/>
                <a:ea typeface="Times New Roman"/>
                <a:cs typeface="Times New Roman"/>
                <a:sym typeface="Times New Roman"/>
              </a:rPr>
              <a:t> Leveraging AI assistants (e.g., ChatGPT, Copilot) to query datasets, generate insights, and write analysis code using natural language.</a:t>
            </a:r>
            <a:endParaRPr sz="1400" b="0" i="0" u="none" strike="noStrike" cap="none">
              <a:solidFill>
                <a:srgbClr val="000000"/>
              </a:solidFill>
              <a:latin typeface="Arial"/>
              <a:ea typeface="Arial"/>
              <a:cs typeface="Arial"/>
              <a:sym typeface="Arial"/>
            </a:endParaRPr>
          </a:p>
          <a:p>
            <a:pPr marL="478155" marR="0" lvl="0" indent="-342900" algn="l" rtl="0">
              <a:lnSpc>
                <a:spcPct val="150000"/>
              </a:lnSpc>
              <a:spcBef>
                <a:spcPts val="0"/>
              </a:spcBef>
              <a:spcAft>
                <a:spcPts val="0"/>
              </a:spcAft>
              <a:buClr>
                <a:srgbClr val="000000"/>
              </a:buClr>
              <a:buSzPts val="1800"/>
              <a:buFont typeface="Times New Roman"/>
              <a:buAutoNum type="arabicPeriod"/>
            </a:pPr>
            <a:r>
              <a:rPr lang="en-US" sz="1800" b="1" i="0" u="none" strike="noStrike" cap="none">
                <a:solidFill>
                  <a:srgbClr val="000000"/>
                </a:solidFill>
                <a:latin typeface="Times New Roman"/>
                <a:ea typeface="Times New Roman"/>
                <a:cs typeface="Times New Roman"/>
                <a:sym typeface="Times New Roman"/>
              </a:rPr>
              <a:t>Interactive Dashboards:</a:t>
            </a:r>
            <a:r>
              <a:rPr lang="en-US" sz="1800" b="0" i="0" u="none" strike="noStrike" cap="none">
                <a:solidFill>
                  <a:srgbClr val="000000"/>
                </a:solidFill>
                <a:latin typeface="Times New Roman"/>
                <a:ea typeface="Times New Roman"/>
                <a:cs typeface="Times New Roman"/>
                <a:sym typeface="Times New Roman"/>
              </a:rPr>
              <a:t> Transitioning from static plots to dynamic, web-based exploratory apps using frameworks like </a:t>
            </a:r>
            <a:r>
              <a:rPr lang="en-US" sz="1800" b="0" i="1" u="none" strike="noStrike" cap="none">
                <a:solidFill>
                  <a:srgbClr val="000000"/>
                </a:solidFill>
                <a:latin typeface="Times New Roman"/>
                <a:ea typeface="Times New Roman"/>
                <a:cs typeface="Times New Roman"/>
                <a:sym typeface="Times New Roman"/>
              </a:rPr>
              <a:t>Streamlit</a:t>
            </a:r>
            <a:r>
              <a:rPr lang="en-US" sz="1800" b="0" i="0" u="none" strike="noStrike" cap="none">
                <a:solidFill>
                  <a:srgbClr val="000000"/>
                </a:solidFill>
                <a:latin typeface="Times New Roman"/>
                <a:ea typeface="Times New Roman"/>
                <a:cs typeface="Times New Roman"/>
                <a:sym typeface="Times New Roman"/>
              </a:rPr>
              <a:t> and </a:t>
            </a:r>
            <a:r>
              <a:rPr lang="en-US" sz="1800" b="0" i="1" u="none" strike="noStrike" cap="none">
                <a:solidFill>
                  <a:srgbClr val="000000"/>
                </a:solidFill>
                <a:latin typeface="Times New Roman"/>
                <a:ea typeface="Times New Roman"/>
                <a:cs typeface="Times New Roman"/>
                <a:sym typeface="Times New Roman"/>
              </a:rPr>
              <a:t>Dash</a:t>
            </a:r>
            <a:r>
              <a:rPr lang="en-US" sz="18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478155" marR="0" lvl="0" indent="-342900" algn="l" rtl="0">
              <a:lnSpc>
                <a:spcPct val="150000"/>
              </a:lnSpc>
              <a:spcBef>
                <a:spcPts val="0"/>
              </a:spcBef>
              <a:spcAft>
                <a:spcPts val="0"/>
              </a:spcAft>
              <a:buClr>
                <a:srgbClr val="000000"/>
              </a:buClr>
              <a:buSzPts val="1800"/>
              <a:buFont typeface="Times New Roman"/>
              <a:buAutoNum type="arabicPeriod"/>
            </a:pPr>
            <a:r>
              <a:rPr lang="en-US" sz="1800" b="1" i="0" u="none" strike="noStrike" cap="none">
                <a:solidFill>
                  <a:srgbClr val="000000"/>
                </a:solidFill>
                <a:latin typeface="Times New Roman"/>
                <a:ea typeface="Times New Roman"/>
                <a:cs typeface="Times New Roman"/>
                <a:sym typeface="Times New Roman"/>
              </a:rPr>
              <a:t>Big Data Exploration:</a:t>
            </a:r>
            <a:r>
              <a:rPr lang="en-US" sz="1800" b="0" i="0" u="none" strike="noStrike" cap="none">
                <a:solidFill>
                  <a:srgbClr val="000000"/>
                </a:solidFill>
                <a:latin typeface="Times New Roman"/>
                <a:ea typeface="Times New Roman"/>
                <a:cs typeface="Times New Roman"/>
                <a:sym typeface="Times New Roman"/>
              </a:rPr>
              <a:t> Scaling EDA for massive datasets using high-performance, distributed computing tools like </a:t>
            </a:r>
            <a:r>
              <a:rPr lang="en-US" sz="1800" b="0" i="1" u="none" strike="noStrike" cap="none">
                <a:solidFill>
                  <a:srgbClr val="000000"/>
                </a:solidFill>
                <a:latin typeface="Times New Roman"/>
                <a:ea typeface="Times New Roman"/>
                <a:cs typeface="Times New Roman"/>
                <a:sym typeface="Times New Roman"/>
              </a:rPr>
              <a:t>PySpark</a:t>
            </a:r>
            <a:r>
              <a:rPr lang="en-US" sz="1800" b="0" i="0" u="none" strike="noStrike" cap="none">
                <a:solidFill>
                  <a:srgbClr val="000000"/>
                </a:solidFill>
                <a:latin typeface="Times New Roman"/>
                <a:ea typeface="Times New Roman"/>
                <a:cs typeface="Times New Roman"/>
                <a:sym typeface="Times New Roman"/>
              </a:rPr>
              <a:t>, </a:t>
            </a:r>
            <a:r>
              <a:rPr lang="en-US" sz="1800" b="0" i="1" u="none" strike="noStrike" cap="none">
                <a:solidFill>
                  <a:srgbClr val="000000"/>
                </a:solidFill>
                <a:latin typeface="Times New Roman"/>
                <a:ea typeface="Times New Roman"/>
                <a:cs typeface="Times New Roman"/>
                <a:sym typeface="Times New Roman"/>
              </a:rPr>
              <a:t>Dask</a:t>
            </a:r>
            <a:r>
              <a:rPr lang="en-US" sz="1800" b="0" i="0" u="none" strike="noStrike" cap="none">
                <a:solidFill>
                  <a:srgbClr val="000000"/>
                </a:solidFill>
                <a:latin typeface="Times New Roman"/>
                <a:ea typeface="Times New Roman"/>
                <a:cs typeface="Times New Roman"/>
                <a:sym typeface="Times New Roman"/>
              </a:rPr>
              <a:t>, and </a:t>
            </a:r>
            <a:r>
              <a:rPr lang="en-US" sz="1800" b="0" i="1" u="none" strike="noStrike" cap="none">
                <a:solidFill>
                  <a:srgbClr val="000000"/>
                </a:solidFill>
                <a:latin typeface="Times New Roman"/>
                <a:ea typeface="Times New Roman"/>
                <a:cs typeface="Times New Roman"/>
                <a:sym typeface="Times New Roman"/>
              </a:rPr>
              <a:t>Polars</a:t>
            </a:r>
            <a:r>
              <a:rPr lang="en-US" sz="1800" b="0" i="0" u="none" strike="noStrike" cap="none">
                <a:solidFill>
                  <a:srgbClr val="000000"/>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478155" marR="0" lvl="0" indent="-342900" algn="l" rtl="0">
              <a:lnSpc>
                <a:spcPct val="150000"/>
              </a:lnSpc>
              <a:spcBef>
                <a:spcPts val="0"/>
              </a:spcBef>
              <a:spcAft>
                <a:spcPts val="0"/>
              </a:spcAft>
              <a:buClr>
                <a:srgbClr val="000000"/>
              </a:buClr>
              <a:buSzPts val="1800"/>
              <a:buFont typeface="Times New Roman"/>
              <a:buAutoNum type="arabicPeriod"/>
            </a:pPr>
            <a:r>
              <a:rPr lang="en-US" sz="1800" b="1" i="0" u="none" strike="noStrike" cap="none">
                <a:solidFill>
                  <a:srgbClr val="000000"/>
                </a:solidFill>
                <a:latin typeface="Times New Roman"/>
                <a:ea typeface="Times New Roman"/>
                <a:cs typeface="Times New Roman"/>
                <a:sym typeface="Times New Roman"/>
              </a:rPr>
              <a:t>Real-Time Analytics:</a:t>
            </a:r>
            <a:r>
              <a:rPr lang="en-US" sz="1800" b="0" i="0" u="none" strike="noStrike" cap="none">
                <a:solidFill>
                  <a:srgbClr val="000000"/>
                </a:solidFill>
                <a:latin typeface="Times New Roman"/>
                <a:ea typeface="Times New Roman"/>
                <a:cs typeface="Times New Roman"/>
                <a:sym typeface="Times New Roman"/>
              </a:rPr>
              <a:t> Shifting from traditional batch processing to exploring and visualizing streaming data instantly.</a:t>
            </a:r>
            <a:endParaRPr sz="1400" b="0" i="0" u="none" strike="noStrike" cap="none">
              <a:solidFill>
                <a:srgbClr val="000000"/>
              </a:solidFill>
              <a:latin typeface="Arial"/>
              <a:ea typeface="Arial"/>
              <a:cs typeface="Arial"/>
              <a:sym typeface="Arial"/>
            </a:endParaRPr>
          </a:p>
          <a:p>
            <a:pPr marL="478155" marR="0" lvl="0" indent="-342900" algn="l" rtl="0">
              <a:lnSpc>
                <a:spcPct val="150000"/>
              </a:lnSpc>
              <a:spcBef>
                <a:spcPts val="0"/>
              </a:spcBef>
              <a:spcAft>
                <a:spcPts val="0"/>
              </a:spcAft>
              <a:buClr>
                <a:srgbClr val="000000"/>
              </a:buClr>
              <a:buSzPts val="1800"/>
              <a:buFont typeface="Times New Roman"/>
              <a:buAutoNum type="arabicPeriod"/>
            </a:pPr>
            <a:r>
              <a:rPr lang="en-US" sz="1800" b="1" i="0" u="none" strike="noStrike" cap="none">
                <a:solidFill>
                  <a:srgbClr val="000000"/>
                </a:solidFill>
                <a:latin typeface="Times New Roman"/>
                <a:ea typeface="Times New Roman"/>
                <a:cs typeface="Times New Roman"/>
                <a:sym typeface="Times New Roman"/>
              </a:rPr>
              <a:t>Data Observability:</a:t>
            </a:r>
            <a:r>
              <a:rPr lang="en-US" sz="1800" b="0" i="0" u="none" strike="noStrike" cap="none">
                <a:solidFill>
                  <a:srgbClr val="000000"/>
                </a:solidFill>
                <a:latin typeface="Times New Roman"/>
                <a:ea typeface="Times New Roman"/>
                <a:cs typeface="Times New Roman"/>
                <a:sym typeface="Times New Roman"/>
              </a:rPr>
              <a:t> Automated tracking of data health, missing values, and anomalies right from the initial exploration phase.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3"/>
          <p:cNvSpPr txBox="1"/>
          <p:nvPr/>
        </p:nvSpPr>
        <p:spPr>
          <a:xfrm>
            <a:off x="365760" y="274320"/>
            <a:ext cx="9132201"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Learning Resources</a:t>
            </a:r>
            <a:endParaRPr sz="2000" b="1" i="0" u="none" strike="noStrike" cap="none">
              <a:solidFill>
                <a:srgbClr val="000000"/>
              </a:solidFill>
              <a:latin typeface="Times New Roman"/>
              <a:ea typeface="Times New Roman"/>
              <a:cs typeface="Times New Roman"/>
              <a:sym typeface="Times New Roman"/>
            </a:endParaRPr>
          </a:p>
        </p:txBody>
      </p:sp>
      <p:graphicFrame>
        <p:nvGraphicFramePr>
          <p:cNvPr id="220" name="Google Shape;220;p13"/>
          <p:cNvGraphicFramePr/>
          <p:nvPr/>
        </p:nvGraphicFramePr>
        <p:xfrm>
          <a:off x="365760" y="731520"/>
          <a:ext cx="11247125" cy="5120550"/>
        </p:xfrm>
        <a:graphic>
          <a:graphicData uri="http://schemas.openxmlformats.org/drawingml/2006/table">
            <a:tbl>
              <a:tblPr firstRow="1" bandRow="1">
                <a:noFill/>
                <a:tableStyleId>{37BA88DA-F391-4003-853D-4B214680101B}</a:tableStyleId>
              </a:tblPr>
              <a:tblGrid>
                <a:gridCol w="3360675">
                  <a:extLst>
                    <a:ext uri="{9D8B030D-6E8A-4147-A177-3AD203B41FA5}">
                      <a16:colId xmlns:a16="http://schemas.microsoft.com/office/drawing/2014/main" val="20000"/>
                    </a:ext>
                  </a:extLst>
                </a:gridCol>
                <a:gridCol w="7886450">
                  <a:extLst>
                    <a:ext uri="{9D8B030D-6E8A-4147-A177-3AD203B41FA5}">
                      <a16:colId xmlns:a16="http://schemas.microsoft.com/office/drawing/2014/main" val="20001"/>
                    </a:ext>
                  </a:extLst>
                </a:gridCol>
              </a:tblGrid>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Topic</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Official Reference</a:t>
                      </a:r>
                      <a:endParaRPr/>
                    </a:p>
                  </a:txBody>
                  <a:tcPr marL="91450" marR="91450" marT="45725" marB="45725"/>
                </a:tc>
                <a:extLst>
                  <a:ext uri="{0D108BD9-81ED-4DB2-BD59-A6C34878D82A}">
                    <a16:rowId xmlns:a16="http://schemas.microsoft.com/office/drawing/2014/main" val="10000"/>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Foundations of Generative AI</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cloud.google.com/discover/what-is-generative-ai</a:t>
                      </a:r>
                      <a:endParaRPr/>
                    </a:p>
                  </a:txBody>
                  <a:tcPr marL="91450" marR="91450" marT="45725" marB="45725"/>
                </a:tc>
                <a:extLst>
                  <a:ext uri="{0D108BD9-81ED-4DB2-BD59-A6C34878D82A}">
                    <a16:rowId xmlns:a16="http://schemas.microsoft.com/office/drawing/2014/main" val="10001"/>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Gemini API / LLMs</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ai.google.dev/gemini-api/docs</a:t>
                      </a:r>
                      <a:endParaRPr/>
                    </a:p>
                  </a:txBody>
                  <a:tcPr marL="91450" marR="91450" marT="45725" marB="45725"/>
                </a:tc>
                <a:extLst>
                  <a:ext uri="{0D108BD9-81ED-4DB2-BD59-A6C34878D82A}">
                    <a16:rowId xmlns:a16="http://schemas.microsoft.com/office/drawing/2014/main" val="10002"/>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Prompt Engineering</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developers.google.com/machine-learning/resources/prompt-eng</a:t>
                      </a:r>
                      <a:endParaRPr/>
                    </a:p>
                  </a:txBody>
                  <a:tcPr marL="91450" marR="91450" marT="45725" marB="45725"/>
                </a:tc>
                <a:extLst>
                  <a:ext uri="{0D108BD9-81ED-4DB2-BD59-A6C34878D82A}">
                    <a16:rowId xmlns:a16="http://schemas.microsoft.com/office/drawing/2014/main" val="10003"/>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Google AI Principles</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ai.google/responsibility/principles</a:t>
                      </a:r>
                      <a:endParaRPr/>
                    </a:p>
                  </a:txBody>
                  <a:tcPr marL="91450" marR="91450" marT="45725" marB="45725"/>
                </a:tc>
                <a:extLst>
                  <a:ext uri="{0D108BD9-81ED-4DB2-BD59-A6C34878D82A}">
                    <a16:rowId xmlns:a16="http://schemas.microsoft.com/office/drawing/2014/main" val="10004"/>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Responsible AI</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cloud.google.com/responsible-ai</a:t>
                      </a:r>
                      <a:endParaRPr/>
                    </a:p>
                  </a:txBody>
                  <a:tcPr marL="91450" marR="91450" marT="45725" marB="45725"/>
                </a:tc>
                <a:extLst>
                  <a:ext uri="{0D108BD9-81ED-4DB2-BD59-A6C34878D82A}">
                    <a16:rowId xmlns:a16="http://schemas.microsoft.com/office/drawing/2014/main" val="10005"/>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Vertex AI Studio</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cloud.google.com/vertex-ai/docs/generative-ai/learn/overview</a:t>
                      </a:r>
                      <a:endParaRPr/>
                    </a:p>
                  </a:txBody>
                  <a:tcPr marL="91450" marR="91450" marT="45725" marB="45725"/>
                </a:tc>
                <a:extLst>
                  <a:ext uri="{0D108BD9-81ED-4DB2-BD59-A6C34878D82A}">
                    <a16:rowId xmlns:a16="http://schemas.microsoft.com/office/drawing/2014/main" val="10006"/>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Model Garden</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cloud.google.com/model-garden</a:t>
                      </a:r>
                      <a:endParaRPr/>
                    </a:p>
                  </a:txBody>
                  <a:tcPr marL="91450" marR="91450" marT="45725" marB="45725"/>
                </a:tc>
                <a:extLst>
                  <a:ext uri="{0D108BD9-81ED-4DB2-BD59-A6C34878D82A}">
                    <a16:rowId xmlns:a16="http://schemas.microsoft.com/office/drawing/2014/main" val="10007"/>
                  </a:ext>
                </a:extLst>
              </a:tr>
              <a:tr h="568950">
                <a:tc>
                  <a:txBody>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Multimodal AI</a:t>
                      </a:r>
                      <a:endParaRPr/>
                    </a:p>
                  </a:txBody>
                  <a:tcPr marL="91450" marR="91450" marT="45725" marB="45725"/>
                </a:tc>
                <a:tc>
                  <a:txBody>
                    <a:bodyPr/>
                    <a:lstStyle/>
                    <a:p>
                      <a:pPr marL="0" marR="0" lvl="0" indent="0" algn="l" rtl="0">
                        <a:lnSpc>
                          <a:spcPct val="100000"/>
                        </a:lnSpc>
                        <a:spcBef>
                          <a:spcPts val="0"/>
                        </a:spcBef>
                        <a:spcAft>
                          <a:spcPts val="0"/>
                        </a:spcAft>
                        <a:buNone/>
                      </a:pPr>
                      <a:r>
                        <a:rPr lang="en-US" sz="1400" u="none" strike="noStrike" cap="none"/>
                        <a:t>cloud.google.com/use-cases/multimodal-ai</a:t>
                      </a:r>
                      <a:endParaRPr/>
                    </a:p>
                  </a:txBody>
                  <a:tcPr marL="91450" marR="91450" marT="45725" marB="45725"/>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4"/>
          <p:cNvSpPr txBox="1"/>
          <p:nvPr/>
        </p:nvSpPr>
        <p:spPr>
          <a:xfrm>
            <a:off x="-396006" y="483957"/>
            <a:ext cx="11705819" cy="50774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None/>
            </a:pPr>
            <a:r>
              <a:rPr lang="en-US" sz="1800" b="1" i="0" u="none" strike="noStrike" cap="none">
                <a:solidFill>
                  <a:srgbClr val="0070C0"/>
                </a:solidFill>
                <a:latin typeface="Times New Roman"/>
                <a:ea typeface="Times New Roman"/>
                <a:cs typeface="Times New Roman"/>
                <a:sym typeface="Times New Roman"/>
              </a:rPr>
              <a:t>PLACEMENT &amp; CAREER RELEVANCE</a:t>
            </a:r>
            <a:endParaRPr sz="1800" b="0" i="0" u="none" strike="noStrike" cap="none">
              <a:solidFill>
                <a:srgbClr val="0070C0"/>
              </a:solidFill>
              <a:latin typeface="Times New Roman"/>
              <a:ea typeface="Times New Roman"/>
              <a:cs typeface="Times New Roman"/>
              <a:sym typeface="Times New Roman"/>
            </a:endParaRPr>
          </a:p>
        </p:txBody>
      </p:sp>
      <p:sp>
        <p:nvSpPr>
          <p:cNvPr id="226" name="Google Shape;226;p14"/>
          <p:cNvSpPr txBox="1"/>
          <p:nvPr/>
        </p:nvSpPr>
        <p:spPr>
          <a:xfrm>
            <a:off x="243100" y="801775"/>
            <a:ext cx="11705700" cy="6126000"/>
          </a:xfrm>
          <a:prstGeom prst="rect">
            <a:avLst/>
          </a:prstGeom>
          <a:noFill/>
          <a:ln>
            <a:noFill/>
          </a:ln>
        </p:spPr>
        <p:txBody>
          <a:bodyPr spcFirstLastPara="1" wrap="square" lIns="45675" tIns="45675" rIns="45675" bIns="45675" anchor="t" anchorCtr="0">
            <a:spAutoFit/>
          </a:bodyPr>
          <a:lstStyle/>
          <a:p>
            <a:pPr marL="285750" marR="0" lvl="0" indent="-311150" algn="l" rtl="0">
              <a:lnSpc>
                <a:spcPct val="100000"/>
              </a:lnSpc>
              <a:spcBef>
                <a:spcPts val="0"/>
              </a:spcBef>
              <a:spcAft>
                <a:spcPts val="0"/>
              </a:spcAft>
              <a:buClr>
                <a:srgbClr val="000000"/>
              </a:buClr>
              <a:buSzPts val="2000"/>
              <a:buFont typeface="Noto Sans Symbols"/>
              <a:buChar char="⮚"/>
            </a:pPr>
            <a:r>
              <a:rPr lang="en-US" sz="2000" b="1" i="0" u="none" strike="noStrike" cap="none">
                <a:solidFill>
                  <a:srgbClr val="000000"/>
                </a:solidFill>
                <a:latin typeface="Times New Roman"/>
                <a:ea typeface="Times New Roman"/>
                <a:cs typeface="Times New Roman"/>
                <a:sym typeface="Times New Roman"/>
              </a:rPr>
              <a:t>Employability Skills</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Prompt engineering and LLM application development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Hands-on experience with Vertex AI, Gemini, and Model Garden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AI-assisted software development and cloud AI deployment </a:t>
            </a:r>
            <a:endParaRPr sz="1800"/>
          </a:p>
          <a:p>
            <a:pPr marL="457200" marR="0" lvl="0" indent="0" algn="l" rtl="0">
              <a:lnSpc>
                <a:spcPct val="100000"/>
              </a:lnSpc>
              <a:spcBef>
                <a:spcPts val="0"/>
              </a:spcBef>
              <a:spcAft>
                <a:spcPts val="0"/>
              </a:spcAft>
              <a:buNone/>
            </a:pPr>
            <a:endParaRPr sz="1800"/>
          </a:p>
          <a:p>
            <a:pPr marL="285750" marR="0" lvl="0" indent="-311150" algn="l" rtl="0">
              <a:lnSpc>
                <a:spcPct val="100000"/>
              </a:lnSpc>
              <a:spcBef>
                <a:spcPts val="0"/>
              </a:spcBef>
              <a:spcAft>
                <a:spcPts val="0"/>
              </a:spcAft>
              <a:buClr>
                <a:srgbClr val="000000"/>
              </a:buClr>
              <a:buSzPts val="2000"/>
              <a:buFont typeface="Noto Sans Symbols"/>
              <a:buChar char="⮚"/>
            </a:pPr>
            <a:r>
              <a:rPr lang="en-US" sz="2000" b="1" i="0" u="none" strike="noStrike" cap="none">
                <a:solidFill>
                  <a:srgbClr val="000000"/>
                </a:solidFill>
                <a:latin typeface="Times New Roman"/>
                <a:ea typeface="Times New Roman"/>
                <a:cs typeface="Times New Roman"/>
                <a:sym typeface="Times New Roman"/>
              </a:rPr>
              <a:t>Industry Applications</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AI chatbots and virtual assistants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Content generation and document automation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Software development and code generation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Healthcare, finance, education, retail, and customer support </a:t>
            </a:r>
            <a:endParaRPr sz="1800"/>
          </a:p>
          <a:p>
            <a:pPr marL="342900" marR="0" lvl="0" indent="-368300" algn="l" rtl="0">
              <a:lnSpc>
                <a:spcPct val="100000"/>
              </a:lnSpc>
              <a:spcBef>
                <a:spcPts val="0"/>
              </a:spcBef>
              <a:spcAft>
                <a:spcPts val="0"/>
              </a:spcAft>
              <a:buClr>
                <a:srgbClr val="000000"/>
              </a:buClr>
              <a:buSzPts val="2000"/>
              <a:buFont typeface="Arial"/>
              <a:buAutoNum type="arabicPeriod"/>
            </a:pPr>
            <a:endParaRPr sz="1800"/>
          </a:p>
          <a:p>
            <a:pPr marL="285750" marR="0" lvl="0" indent="-311150" algn="l" rtl="0">
              <a:lnSpc>
                <a:spcPct val="100000"/>
              </a:lnSpc>
              <a:spcBef>
                <a:spcPts val="0"/>
              </a:spcBef>
              <a:spcAft>
                <a:spcPts val="0"/>
              </a:spcAft>
              <a:buClr>
                <a:srgbClr val="000000"/>
              </a:buClr>
              <a:buSzPts val="2000"/>
              <a:buFont typeface="Noto Sans Symbols"/>
              <a:buChar char="⮚"/>
            </a:pPr>
            <a:r>
              <a:rPr lang="en-US" sz="2000" b="1" i="0" u="none" strike="noStrike" cap="none">
                <a:solidFill>
                  <a:srgbClr val="000000"/>
                </a:solidFill>
                <a:latin typeface="Times New Roman"/>
                <a:ea typeface="Times New Roman"/>
                <a:cs typeface="Times New Roman"/>
                <a:sym typeface="Times New Roman"/>
              </a:rPr>
              <a:t>Career Opportunities</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Generative AI Engineer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Prompt Engineer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AI/ML Engineer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LLM Developer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AI Solutions Consultant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Cloud AI Engineer </a:t>
            </a:r>
            <a:endParaRPr sz="1800"/>
          </a:p>
          <a:p>
            <a:pPr marL="342900" marR="0" lvl="0" indent="-3683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Times New Roman"/>
                <a:ea typeface="Times New Roman"/>
                <a:cs typeface="Times New Roman"/>
                <a:sym typeface="Times New Roman"/>
              </a:rPr>
              <a:t>Data Scientist</a:t>
            </a:r>
            <a:endParaRPr sz="1800"/>
          </a:p>
          <a:p>
            <a:pPr marL="478155" marR="0" lvl="0" indent="-228600" algn="l" rtl="0">
              <a:lnSpc>
                <a:spcPct val="150000"/>
              </a:lnSpc>
              <a:spcBef>
                <a:spcPts val="0"/>
              </a:spcBef>
              <a:spcAft>
                <a:spcPts val="0"/>
              </a:spcAft>
              <a:buClr>
                <a:srgbClr val="000000"/>
              </a:buClr>
              <a:buSzPts val="1800"/>
              <a:buFont typeface="Times New Roman"/>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5"/>
          <p:cNvSpPr txBox="1"/>
          <p:nvPr/>
        </p:nvSpPr>
        <p:spPr>
          <a:xfrm>
            <a:off x="-396006" y="483957"/>
            <a:ext cx="11705819" cy="50774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None/>
            </a:pPr>
            <a:r>
              <a:rPr lang="en-US" sz="1800" b="1" i="0" u="none" strike="noStrike" cap="none">
                <a:solidFill>
                  <a:srgbClr val="0070C0"/>
                </a:solidFill>
                <a:latin typeface="Times New Roman"/>
                <a:ea typeface="Times New Roman"/>
                <a:cs typeface="Times New Roman"/>
                <a:sym typeface="Times New Roman"/>
              </a:rPr>
              <a:t>REVENUE GENERATION &amp; ENTREPRENEURSHIP OPPORTUNITIES</a:t>
            </a:r>
            <a:endParaRPr sz="1800" b="0" i="0" u="none" strike="noStrike" cap="none">
              <a:solidFill>
                <a:srgbClr val="0070C0"/>
              </a:solidFill>
              <a:latin typeface="Times New Roman"/>
              <a:ea typeface="Times New Roman"/>
              <a:cs typeface="Times New Roman"/>
              <a:sym typeface="Times New Roman"/>
            </a:endParaRPr>
          </a:p>
        </p:txBody>
      </p:sp>
      <p:sp>
        <p:nvSpPr>
          <p:cNvPr id="232" name="Google Shape;232;p15"/>
          <p:cNvSpPr txBox="1"/>
          <p:nvPr/>
        </p:nvSpPr>
        <p:spPr>
          <a:xfrm>
            <a:off x="243100" y="781900"/>
            <a:ext cx="11705700" cy="65880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Freelancing &amp; Consulting</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Prompt engineering services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AI chatbot and automation development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AI content creation and workflow automation </a:t>
            </a:r>
            <a:endParaRPr sz="18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80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Product Development</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AI chatbots and virtual assistants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Document summarization systems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Educational AI platforms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Enterprise knowledge management solutions </a:t>
            </a:r>
            <a:endParaRPr sz="18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80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Start-up Opportunities</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AI SaaS products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EdTech and Healthcare AI solutions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Customer support automation platforms </a:t>
            </a:r>
            <a:endParaRPr sz="18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180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Industry Collaboration &amp; Monetization</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Industry-sponsored AI projects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Google Cloud-based AI solution development </a:t>
            </a:r>
            <a:endParaRPr sz="1800">
              <a:latin typeface="Times New Roman"/>
              <a:ea typeface="Times New Roman"/>
              <a:cs typeface="Times New Roman"/>
              <a:sym typeface="Times New Roman"/>
            </a:endParaRPr>
          </a:p>
          <a:p>
            <a:pPr marL="342900" marR="0" lvl="0" indent="-368300" algn="l" rtl="0">
              <a:lnSpc>
                <a:spcPct val="100000"/>
              </a:lnSpc>
              <a:spcBef>
                <a:spcPts val="0"/>
              </a:spcBef>
              <a:spcAft>
                <a:spcPts val="0"/>
              </a:spcAft>
              <a:buClr>
                <a:srgbClr val="000000"/>
              </a:buClr>
              <a:buSzPts val="2000"/>
              <a:buFont typeface="Times New Roman"/>
              <a:buAutoNum type="arabicPeriod"/>
            </a:pPr>
            <a:r>
              <a:rPr lang="en-US" sz="2000" i="0" u="none" strike="noStrike" cap="none">
                <a:solidFill>
                  <a:srgbClr val="000000"/>
                </a:solidFill>
                <a:latin typeface="Times New Roman"/>
                <a:ea typeface="Times New Roman"/>
                <a:cs typeface="Times New Roman"/>
                <a:sym typeface="Times New Roman"/>
              </a:rPr>
              <a:t>Custom AI applications for enterprises </a:t>
            </a:r>
            <a:endParaRPr sz="18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a:p>
          <a:p>
            <a:pPr marL="478155" marR="0" lvl="0" indent="-228600" algn="l" rtl="0">
              <a:lnSpc>
                <a:spcPct val="150000"/>
              </a:lnSpc>
              <a:spcBef>
                <a:spcPts val="0"/>
              </a:spcBef>
              <a:spcAft>
                <a:spcPts val="0"/>
              </a:spcAft>
              <a:buClr>
                <a:srgbClr val="000000"/>
              </a:buClr>
              <a:buSzPts val="1800"/>
              <a:buFont typeface="Times New Roman"/>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6"/>
          <p:cNvSpPr txBox="1"/>
          <p:nvPr/>
        </p:nvSpPr>
        <p:spPr>
          <a:xfrm>
            <a:off x="-396006" y="483957"/>
            <a:ext cx="11705819" cy="507740"/>
          </a:xfrm>
          <a:prstGeom prst="rect">
            <a:avLst/>
          </a:prstGeom>
          <a:noFill/>
          <a:ln>
            <a:noFill/>
          </a:ln>
        </p:spPr>
        <p:txBody>
          <a:bodyPr spcFirstLastPara="1" wrap="square" lIns="45675" tIns="45675" rIns="45675" bIns="45675" anchor="t" anchorCtr="0">
            <a:spAutoFit/>
          </a:bodyPr>
          <a:lstStyle/>
          <a:p>
            <a:pPr marL="0" marR="0" lvl="0" indent="0" algn="ctr" rtl="0">
              <a:lnSpc>
                <a:spcPct val="150000"/>
              </a:lnSpc>
              <a:spcBef>
                <a:spcPts val="0"/>
              </a:spcBef>
              <a:spcAft>
                <a:spcPts val="0"/>
              </a:spcAft>
              <a:buNone/>
            </a:pPr>
            <a:r>
              <a:rPr lang="en-US" sz="1800" b="1" i="0" u="none" strike="noStrike" cap="none">
                <a:solidFill>
                  <a:srgbClr val="0070C0"/>
                </a:solidFill>
                <a:latin typeface="Times New Roman"/>
                <a:ea typeface="Times New Roman"/>
                <a:cs typeface="Times New Roman"/>
                <a:sym typeface="Times New Roman"/>
              </a:rPr>
              <a:t>SKILL ATTAINMENT</a:t>
            </a:r>
            <a:endParaRPr sz="1800" b="0" i="0" u="none" strike="noStrike" cap="none">
              <a:solidFill>
                <a:srgbClr val="0070C0"/>
              </a:solidFill>
              <a:latin typeface="Times New Roman"/>
              <a:ea typeface="Times New Roman"/>
              <a:cs typeface="Times New Roman"/>
              <a:sym typeface="Times New Roman"/>
            </a:endParaRPr>
          </a:p>
        </p:txBody>
      </p:sp>
      <p:sp>
        <p:nvSpPr>
          <p:cNvPr id="238" name="Google Shape;238;p16"/>
          <p:cNvSpPr txBox="1"/>
          <p:nvPr/>
        </p:nvSpPr>
        <p:spPr>
          <a:xfrm>
            <a:off x="243100" y="991700"/>
            <a:ext cx="11705700" cy="5479500"/>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None/>
            </a:pPr>
            <a:r>
              <a:rPr lang="en-US" sz="2200" b="1" i="0" u="none" strike="noStrike" cap="none">
                <a:solidFill>
                  <a:srgbClr val="000000"/>
                </a:solidFill>
                <a:latin typeface="Times New Roman"/>
                <a:ea typeface="Times New Roman"/>
                <a:cs typeface="Times New Roman"/>
                <a:sym typeface="Times New Roman"/>
              </a:rPr>
              <a:t>Technical &amp; Professional Skills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200"/>
              <a:buFont typeface="Times New Roman"/>
              <a:buAutoNum type="arabicPeriod"/>
            </a:pPr>
            <a:r>
              <a:rPr lang="en-US" sz="2200" i="0" u="none" strike="noStrike" cap="none">
                <a:solidFill>
                  <a:srgbClr val="000000"/>
                </a:solidFill>
                <a:latin typeface="Times New Roman"/>
                <a:ea typeface="Times New Roman"/>
                <a:cs typeface="Times New Roman"/>
                <a:sym typeface="Times New Roman"/>
              </a:rPr>
              <a:t>Understanding of Generative AI, LLMs, and prompt engineering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200"/>
              <a:buFont typeface="Times New Roman"/>
              <a:buAutoNum type="arabicPeriod"/>
            </a:pPr>
            <a:r>
              <a:rPr lang="en-US" sz="2200" i="0" u="none" strike="noStrike" cap="none">
                <a:solidFill>
                  <a:srgbClr val="000000"/>
                </a:solidFill>
                <a:latin typeface="Times New Roman"/>
                <a:ea typeface="Times New Roman"/>
                <a:cs typeface="Times New Roman"/>
                <a:sym typeface="Times New Roman"/>
              </a:rPr>
              <a:t>Hands-on proficiency with Vertex AI, Gemini, Model Garden, and Generative AI Studio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200"/>
              <a:buFont typeface="Times New Roman"/>
              <a:buAutoNum type="arabicPeriod"/>
            </a:pPr>
            <a:r>
              <a:rPr lang="en-US" sz="2200" i="0" u="none" strike="noStrike" cap="none">
                <a:solidFill>
                  <a:srgbClr val="000000"/>
                </a:solidFill>
                <a:latin typeface="Times New Roman"/>
                <a:ea typeface="Times New Roman"/>
                <a:cs typeface="Times New Roman"/>
                <a:sym typeface="Times New Roman"/>
              </a:rPr>
              <a:t>Development of AI-powered applications using Google Cloud tools </a:t>
            </a:r>
            <a:endParaRPr sz="20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200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200" b="1" i="0" u="none" strike="noStrike" cap="none">
                <a:solidFill>
                  <a:srgbClr val="000000"/>
                </a:solidFill>
                <a:latin typeface="Times New Roman"/>
                <a:ea typeface="Times New Roman"/>
                <a:cs typeface="Times New Roman"/>
                <a:sym typeface="Times New Roman"/>
              </a:rPr>
              <a:t>Industry-Aligned Competencies</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200"/>
              <a:buFont typeface="Times New Roman"/>
              <a:buAutoNum type="arabicPeriod"/>
            </a:pPr>
            <a:r>
              <a:rPr lang="en-US" sz="2200" i="0" u="none" strike="noStrike" cap="none">
                <a:solidFill>
                  <a:srgbClr val="000000"/>
                </a:solidFill>
                <a:latin typeface="Times New Roman"/>
                <a:ea typeface="Times New Roman"/>
                <a:cs typeface="Times New Roman"/>
                <a:sym typeface="Times New Roman"/>
              </a:rPr>
              <a:t>Design and optimization of prompts for LLMs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200"/>
              <a:buFont typeface="Times New Roman"/>
              <a:buAutoNum type="arabicPeriod"/>
            </a:pPr>
            <a:r>
              <a:rPr lang="en-US" sz="2200" i="0" u="none" strike="noStrike" cap="none">
                <a:solidFill>
                  <a:srgbClr val="000000"/>
                </a:solidFill>
                <a:latin typeface="Times New Roman"/>
                <a:ea typeface="Times New Roman"/>
                <a:cs typeface="Times New Roman"/>
                <a:sym typeface="Times New Roman"/>
              </a:rPr>
              <a:t>Development of enterprise AI solutions using cloud platforms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200"/>
              <a:buFont typeface="Times New Roman"/>
              <a:buAutoNum type="arabicPeriod"/>
            </a:pPr>
            <a:r>
              <a:rPr lang="en-US" sz="2200" i="0" u="none" strike="noStrike" cap="none">
                <a:solidFill>
                  <a:srgbClr val="000000"/>
                </a:solidFill>
                <a:latin typeface="Times New Roman"/>
                <a:ea typeface="Times New Roman"/>
                <a:cs typeface="Times New Roman"/>
                <a:sym typeface="Times New Roman"/>
              </a:rPr>
              <a:t>Application of Generative AI for automation, content creation, and business workflows </a:t>
            </a:r>
            <a:endParaRPr sz="2000">
              <a:latin typeface="Times New Roman"/>
              <a:ea typeface="Times New Roman"/>
              <a:cs typeface="Times New Roman"/>
              <a:sym typeface="Times New Roman"/>
            </a:endParaRPr>
          </a:p>
          <a:p>
            <a:pPr marL="457200" marR="0" lvl="0" indent="0" algn="l" rtl="0">
              <a:lnSpc>
                <a:spcPct val="100000"/>
              </a:lnSpc>
              <a:spcBef>
                <a:spcPts val="0"/>
              </a:spcBef>
              <a:spcAft>
                <a:spcPts val="0"/>
              </a:spcAft>
              <a:buNone/>
            </a:pPr>
            <a:endParaRPr sz="2000">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1" i="0" u="none" strike="noStrike" cap="none">
                <a:solidFill>
                  <a:srgbClr val="000000"/>
                </a:solidFill>
                <a:latin typeface="Times New Roman"/>
                <a:ea typeface="Times New Roman"/>
                <a:cs typeface="Times New Roman"/>
                <a:sym typeface="Times New Roman"/>
              </a:rPr>
              <a:t>Expected Proficiency upon Course Completion</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Times New Roman"/>
                <a:ea typeface="Times New Roman"/>
                <a:cs typeface="Times New Roman"/>
                <a:sym typeface="Times New Roman"/>
              </a:rPr>
              <a:t>Understand</a:t>
            </a:r>
            <a:r>
              <a:rPr lang="en-US" sz="2000" i="0" u="none" strike="noStrike" cap="none">
                <a:solidFill>
                  <a:srgbClr val="000000"/>
                </a:solidFill>
                <a:latin typeface="Times New Roman"/>
                <a:ea typeface="Times New Roman"/>
                <a:cs typeface="Times New Roman"/>
                <a:sym typeface="Times New Roman"/>
              </a:rPr>
              <a:t> Generative AI concepts and LLM architectures.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Times New Roman"/>
                <a:ea typeface="Times New Roman"/>
                <a:cs typeface="Times New Roman"/>
                <a:sym typeface="Times New Roman"/>
              </a:rPr>
              <a:t>Develop</a:t>
            </a:r>
            <a:r>
              <a:rPr lang="en-US" sz="2000" i="0" u="none" strike="noStrike" cap="none">
                <a:solidFill>
                  <a:srgbClr val="000000"/>
                </a:solidFill>
                <a:latin typeface="Times New Roman"/>
                <a:ea typeface="Times New Roman"/>
                <a:cs typeface="Times New Roman"/>
                <a:sym typeface="Times New Roman"/>
              </a:rPr>
              <a:t> AI-powered applications using Vertex AI and Gemini.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Times New Roman"/>
                <a:ea typeface="Times New Roman"/>
                <a:cs typeface="Times New Roman"/>
                <a:sym typeface="Times New Roman"/>
              </a:rPr>
              <a:t>Apply</a:t>
            </a:r>
            <a:r>
              <a:rPr lang="en-US" sz="2000" i="0" u="none" strike="noStrike" cap="none">
                <a:solidFill>
                  <a:srgbClr val="000000"/>
                </a:solidFill>
                <a:latin typeface="Times New Roman"/>
                <a:ea typeface="Times New Roman"/>
                <a:cs typeface="Times New Roman"/>
                <a:sym typeface="Times New Roman"/>
              </a:rPr>
              <a:t> effective prompt engineering techniques for diverse use cases.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Times New Roman"/>
                <a:ea typeface="Times New Roman"/>
                <a:cs typeface="Times New Roman"/>
                <a:sym typeface="Times New Roman"/>
              </a:rPr>
              <a:t>Evaluate</a:t>
            </a:r>
            <a:r>
              <a:rPr lang="en-US" sz="2000" i="0" u="none" strike="noStrike" cap="none">
                <a:solidFill>
                  <a:srgbClr val="000000"/>
                </a:solidFill>
                <a:latin typeface="Times New Roman"/>
                <a:ea typeface="Times New Roman"/>
                <a:cs typeface="Times New Roman"/>
                <a:sym typeface="Times New Roman"/>
              </a:rPr>
              <a:t> AI systems based on accuracy, ethics, and business requirements. </a:t>
            </a:r>
            <a:endParaRPr sz="2000">
              <a:latin typeface="Times New Roman"/>
              <a:ea typeface="Times New Roman"/>
              <a:cs typeface="Times New Roman"/>
              <a:sym typeface="Times New Roman"/>
            </a:endParaRPr>
          </a:p>
          <a:p>
            <a:pPr marL="342900" marR="0" lvl="0" indent="-38100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Times New Roman"/>
                <a:ea typeface="Times New Roman"/>
                <a:cs typeface="Times New Roman"/>
                <a:sym typeface="Times New Roman"/>
              </a:rPr>
              <a:t>Implement</a:t>
            </a:r>
            <a:r>
              <a:rPr lang="en-US" sz="2000" i="0" u="none" strike="noStrike" cap="none">
                <a:solidFill>
                  <a:srgbClr val="000000"/>
                </a:solidFill>
                <a:latin typeface="Times New Roman"/>
                <a:ea typeface="Times New Roman"/>
                <a:cs typeface="Times New Roman"/>
                <a:sym typeface="Times New Roman"/>
              </a:rPr>
              <a:t> Responsible AI principles in real-world AI solutions.</a:t>
            </a:r>
            <a:endParaRPr sz="2000">
              <a:latin typeface="Times New Roman"/>
              <a:ea typeface="Times New Roman"/>
              <a:cs typeface="Times New Roman"/>
              <a:sym typeface="Times New Roman"/>
            </a:endParaRPr>
          </a:p>
          <a:p>
            <a:pPr marL="478155" marR="0" lvl="0" indent="-228600" algn="l" rtl="0">
              <a:lnSpc>
                <a:spcPct val="150000"/>
              </a:lnSpc>
              <a:spcBef>
                <a:spcPts val="0"/>
              </a:spcBef>
              <a:spcAft>
                <a:spcPts val="0"/>
              </a:spcAft>
              <a:buClr>
                <a:srgbClr val="000000"/>
              </a:buClr>
              <a:buSzPts val="1800"/>
              <a:buFont typeface="Times New Roman"/>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7"/>
          <p:cNvSpPr/>
          <p:nvPr/>
        </p:nvSpPr>
        <p:spPr>
          <a:xfrm>
            <a:off x="0" y="0"/>
            <a:ext cx="12191695" cy="6858000"/>
          </a:xfrm>
          <a:prstGeom prst="rect">
            <a:avLst/>
          </a:prstGeom>
          <a:solidFill>
            <a:schemeClr val="lt1"/>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4" name="Google Shape;244;p17"/>
          <p:cNvSpPr txBox="1"/>
          <p:nvPr/>
        </p:nvSpPr>
        <p:spPr>
          <a:xfrm>
            <a:off x="731520" y="914400"/>
            <a:ext cx="10058400" cy="914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000" b="1" i="0" u="none" strike="noStrike" cap="none">
                <a:solidFill>
                  <a:srgbClr val="FFFFFF"/>
                </a:solidFill>
                <a:latin typeface="Arial"/>
                <a:ea typeface="Arial"/>
                <a:cs typeface="Arial"/>
                <a:sym typeface="Arial"/>
              </a:rPr>
              <a:t>EDU Revolution</a:t>
            </a:r>
            <a:endParaRPr/>
          </a:p>
          <a:p>
            <a:pPr marL="0" marR="0" lvl="0" indent="0" algn="l" rtl="0">
              <a:lnSpc>
                <a:spcPct val="100000"/>
              </a:lnSpc>
              <a:spcBef>
                <a:spcPts val="0"/>
              </a:spcBef>
              <a:spcAft>
                <a:spcPts val="0"/>
              </a:spcAft>
              <a:buNone/>
            </a:pPr>
            <a:r>
              <a:rPr lang="en-US" sz="1800" b="0" i="0" u="none" strike="noStrike" cap="none">
                <a:solidFill>
                  <a:srgbClr val="E6E6E6"/>
                </a:solidFill>
                <a:latin typeface="Arial"/>
                <a:ea typeface="Arial"/>
                <a:cs typeface="Arial"/>
                <a:sym typeface="Arial"/>
              </a:rPr>
              <a:t>Learning Beyond the Classroom</a:t>
            </a:r>
            <a:br>
              <a:rPr lang="en-US" sz="1800" b="0" i="0" u="none" strike="noStrike" cap="none">
                <a:solidFill>
                  <a:srgbClr val="E6E6E6"/>
                </a:solidFill>
                <a:latin typeface="Arial"/>
                <a:ea typeface="Arial"/>
                <a:cs typeface="Arial"/>
                <a:sym typeface="Arial"/>
              </a:rPr>
            </a:br>
            <a:r>
              <a:rPr lang="en-US" sz="1800" b="0" i="0" u="none" strike="noStrike" cap="none">
                <a:solidFill>
                  <a:srgbClr val="E6E6E6"/>
                </a:solidFill>
                <a:latin typeface="Arial"/>
                <a:ea typeface="Arial"/>
                <a:cs typeface="Arial"/>
                <a:sym typeface="Arial"/>
              </a:rPr>
              <a:t>Division of Academic Affairs</a:t>
            </a:r>
            <a:endParaRPr/>
          </a:p>
        </p:txBody>
      </p:sp>
      <p:pic>
        <p:nvPicPr>
          <p:cNvPr id="245" name="Google Shape;245;p17"/>
          <p:cNvPicPr preferRelativeResize="0"/>
          <p:nvPr/>
        </p:nvPicPr>
        <p:blipFill rotWithShape="1">
          <a:blip r:embed="rId3">
            <a:alphaModFix/>
          </a:blip>
          <a:srcRect/>
          <a:stretch/>
        </p:blipFill>
        <p:spPr>
          <a:xfrm>
            <a:off x="-1" y="0"/>
            <a:ext cx="12191695"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8"/>
          <p:cNvSpPr/>
          <p:nvPr/>
        </p:nvSpPr>
        <p:spPr>
          <a:xfrm>
            <a:off x="3335422" y="479351"/>
            <a:ext cx="5760639" cy="100811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4000" b="1" i="0" u="none" strike="noStrike" cap="none">
                <a:solidFill>
                  <a:srgbClr val="3A7D22"/>
                </a:solidFill>
                <a:latin typeface="Arial"/>
                <a:ea typeface="Arial"/>
                <a:cs typeface="Arial"/>
                <a:sym typeface="Arial"/>
              </a:rPr>
              <a:t>Why EDU-Revolution!!!</a:t>
            </a:r>
            <a:endParaRPr/>
          </a:p>
        </p:txBody>
      </p:sp>
      <p:sp>
        <p:nvSpPr>
          <p:cNvPr id="251" name="Google Shape;251;p18"/>
          <p:cNvSpPr/>
          <p:nvPr/>
        </p:nvSpPr>
        <p:spPr>
          <a:xfrm>
            <a:off x="1008380" y="1805306"/>
            <a:ext cx="10175240" cy="4236266"/>
          </a:xfrm>
          <a:prstGeom prst="rect">
            <a:avLst/>
          </a:prstGeom>
          <a:noFill/>
          <a:ln>
            <a:noFill/>
          </a:ln>
        </p:spPr>
        <p:txBody>
          <a:bodyPr spcFirstLastPara="1" wrap="square" lIns="91425" tIns="45700" rIns="91425" bIns="45700" anchor="t" anchorCtr="0">
            <a:noAutofit/>
          </a:bodyPr>
          <a:lstStyle/>
          <a:p>
            <a:pPr marL="457835" marR="0" lvl="1" indent="-342900" algn="just" rtl="0">
              <a:lnSpc>
                <a:spcPct val="150000"/>
              </a:lnSpc>
              <a:spcBef>
                <a:spcPts val="0"/>
              </a:spcBef>
              <a:spcAft>
                <a:spcPts val="0"/>
              </a:spcAft>
              <a:buClr>
                <a:srgbClr val="000000"/>
              </a:buClr>
              <a:buSzPts val="2800"/>
              <a:buFont typeface="Arial"/>
              <a:buChar char="•"/>
            </a:pPr>
            <a:r>
              <a:rPr lang="en-US" sz="2800" b="0" i="0" u="none" strike="noStrike" cap="none">
                <a:solidFill>
                  <a:schemeClr val="dk1"/>
                </a:solidFill>
                <a:latin typeface="Arial"/>
                <a:ea typeface="Arial"/>
                <a:cs typeface="Arial"/>
                <a:sym typeface="Arial"/>
              </a:rPr>
              <a:t>Supports the </a:t>
            </a:r>
            <a:r>
              <a:rPr lang="en-US" sz="2800" b="1" i="0" u="none" strike="noStrike" cap="none">
                <a:solidFill>
                  <a:schemeClr val="dk1"/>
                </a:solidFill>
                <a:latin typeface="Arial"/>
                <a:ea typeface="Arial"/>
                <a:cs typeface="Arial"/>
                <a:sym typeface="Arial"/>
              </a:rPr>
              <a:t>'Earn Your Fee'</a:t>
            </a:r>
            <a:r>
              <a:rPr lang="en-US" sz="2800" b="0" i="0" u="none" strike="noStrike" cap="none">
                <a:solidFill>
                  <a:schemeClr val="dk1"/>
                </a:solidFill>
                <a:latin typeface="Arial"/>
                <a:ea typeface="Arial"/>
                <a:cs typeface="Arial"/>
                <a:sym typeface="Arial"/>
              </a:rPr>
              <a:t> vision through </a:t>
            </a:r>
            <a:r>
              <a:rPr lang="en-US" sz="2800" b="1" i="0" u="none" strike="noStrike" cap="none">
                <a:solidFill>
                  <a:schemeClr val="dk1"/>
                </a:solidFill>
                <a:latin typeface="Arial"/>
                <a:ea typeface="Arial"/>
                <a:cs typeface="Arial"/>
                <a:sym typeface="Arial"/>
              </a:rPr>
              <a:t>Revenue Generation </a:t>
            </a:r>
            <a:r>
              <a:rPr lang="en-US" sz="2800" b="0" i="0" u="none" strike="noStrike" cap="none">
                <a:solidFill>
                  <a:schemeClr val="dk1"/>
                </a:solidFill>
                <a:latin typeface="Arial"/>
                <a:ea typeface="Arial"/>
                <a:cs typeface="Arial"/>
                <a:sym typeface="Arial"/>
              </a:rPr>
              <a:t>activities</a:t>
            </a:r>
            <a:endParaRPr/>
          </a:p>
          <a:p>
            <a:pPr marL="457835" marR="0" lvl="1" indent="-342900" algn="just" rtl="0">
              <a:lnSpc>
                <a:spcPct val="150000"/>
              </a:lnSpc>
              <a:spcBef>
                <a:spcPts val="0"/>
              </a:spcBef>
              <a:spcAft>
                <a:spcPts val="0"/>
              </a:spcAft>
              <a:buClr>
                <a:srgbClr val="000000"/>
              </a:buClr>
              <a:buSzPts val="2800"/>
              <a:buFont typeface="Arial"/>
              <a:buChar char="•"/>
            </a:pPr>
            <a:r>
              <a:rPr lang="en-US" sz="2800" b="0" i="0" u="none" strike="noStrike" cap="none">
                <a:solidFill>
                  <a:schemeClr val="dk1"/>
                </a:solidFill>
                <a:latin typeface="Arial"/>
                <a:ea typeface="Arial"/>
                <a:cs typeface="Arial"/>
                <a:sym typeface="Arial"/>
              </a:rPr>
              <a:t>Enhance Real World Skills ensuring </a:t>
            </a:r>
            <a:r>
              <a:rPr lang="en-US" sz="2800" b="1" i="0" u="none" strike="noStrike" cap="none">
                <a:solidFill>
                  <a:schemeClr val="dk1"/>
                </a:solidFill>
                <a:latin typeface="Arial"/>
                <a:ea typeface="Arial"/>
                <a:cs typeface="Arial"/>
                <a:sym typeface="Arial"/>
              </a:rPr>
              <a:t>Industry readiness</a:t>
            </a:r>
            <a:endParaRPr sz="2800" b="0" i="0" u="none" strike="noStrike" cap="none">
              <a:solidFill>
                <a:schemeClr val="dk1"/>
              </a:solidFill>
              <a:latin typeface="Arial"/>
              <a:ea typeface="Arial"/>
              <a:cs typeface="Arial"/>
              <a:sym typeface="Arial"/>
            </a:endParaRPr>
          </a:p>
          <a:p>
            <a:pPr marL="457835" marR="0" lvl="1" indent="-342900" algn="just" rtl="0">
              <a:lnSpc>
                <a:spcPct val="150000"/>
              </a:lnSpc>
              <a:spcBef>
                <a:spcPts val="0"/>
              </a:spcBef>
              <a:spcAft>
                <a:spcPts val="0"/>
              </a:spcAft>
              <a:buClr>
                <a:srgbClr val="000000"/>
              </a:buClr>
              <a:buSzPts val="2800"/>
              <a:buFont typeface="Arial"/>
              <a:buChar char="•"/>
            </a:pPr>
            <a:r>
              <a:rPr lang="en-US" sz="2800" b="0" i="0" u="none" strike="noStrike" cap="none">
                <a:solidFill>
                  <a:schemeClr val="dk1"/>
                </a:solidFill>
                <a:latin typeface="Arial"/>
                <a:ea typeface="Arial"/>
                <a:cs typeface="Arial"/>
                <a:sym typeface="Arial"/>
              </a:rPr>
              <a:t>Promote </a:t>
            </a:r>
            <a:r>
              <a:rPr lang="en-US" sz="2800" b="1" i="0" u="none" strike="noStrike" cap="none">
                <a:solidFill>
                  <a:schemeClr val="dk1"/>
                </a:solidFill>
                <a:latin typeface="Arial"/>
                <a:ea typeface="Arial"/>
                <a:cs typeface="Arial"/>
                <a:sym typeface="Arial"/>
              </a:rPr>
              <a:t>Innovation and Creativity</a:t>
            </a:r>
            <a:r>
              <a:rPr lang="en-US" sz="2800" b="0" i="0" u="none" strike="noStrike" cap="none">
                <a:solidFill>
                  <a:schemeClr val="dk1"/>
                </a:solidFill>
                <a:latin typeface="Arial"/>
                <a:ea typeface="Arial"/>
                <a:cs typeface="Arial"/>
                <a:sym typeface="Arial"/>
              </a:rPr>
              <a:t> to handle real world challenges</a:t>
            </a:r>
            <a:endParaRPr/>
          </a:p>
          <a:p>
            <a:pPr marL="457835" marR="0" lvl="1" indent="-342900" algn="just" rtl="0">
              <a:lnSpc>
                <a:spcPct val="150000"/>
              </a:lnSpc>
              <a:spcBef>
                <a:spcPts val="0"/>
              </a:spcBef>
              <a:spcAft>
                <a:spcPts val="0"/>
              </a:spcAft>
              <a:buClr>
                <a:srgbClr val="000000"/>
              </a:buClr>
              <a:buSzPts val="2800"/>
              <a:buFont typeface="Arial"/>
              <a:buChar char="•"/>
            </a:pPr>
            <a:r>
              <a:rPr lang="en-US" sz="2800" b="0" i="0" u="none" strike="noStrike" cap="none">
                <a:solidFill>
                  <a:schemeClr val="dk1"/>
                </a:solidFill>
                <a:latin typeface="Arial"/>
                <a:ea typeface="Arial"/>
                <a:cs typeface="Arial"/>
                <a:sym typeface="Arial"/>
              </a:rPr>
              <a:t>Promote </a:t>
            </a:r>
            <a:r>
              <a:rPr lang="en-US" sz="2800" b="1" i="0" u="none" strike="noStrike" cap="none">
                <a:solidFill>
                  <a:schemeClr val="dk1"/>
                </a:solidFill>
                <a:latin typeface="Arial"/>
                <a:ea typeface="Arial"/>
                <a:cs typeface="Arial"/>
                <a:sym typeface="Arial"/>
              </a:rPr>
              <a:t>Lifelong Learning</a:t>
            </a:r>
            <a:endParaRPr sz="2800" b="0" i="0" u="none" strike="noStrike" cap="non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9"/>
          <p:cNvSpPr txBox="1"/>
          <p:nvPr/>
        </p:nvSpPr>
        <p:spPr>
          <a:xfrm>
            <a:off x="2449286" y="0"/>
            <a:ext cx="7881258"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F4761"/>
                </a:solidFill>
                <a:latin typeface="Arial"/>
                <a:ea typeface="Arial"/>
                <a:cs typeface="Arial"/>
                <a:sym typeface="Arial"/>
              </a:rPr>
              <a:t>Initiatives under EDU Revolution </a:t>
            </a:r>
            <a:endParaRPr/>
          </a:p>
        </p:txBody>
      </p:sp>
      <p:pic>
        <p:nvPicPr>
          <p:cNvPr id="257" name="Google Shape;257;p19"/>
          <p:cNvPicPr preferRelativeResize="0"/>
          <p:nvPr/>
        </p:nvPicPr>
        <p:blipFill rotWithShape="1">
          <a:blip r:embed="rId3">
            <a:alphaModFix/>
          </a:blip>
          <a:srcRect/>
          <a:stretch/>
        </p:blipFill>
        <p:spPr>
          <a:xfrm>
            <a:off x="1119187" y="723900"/>
            <a:ext cx="9953625" cy="5410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00E4E-EE55-3D3B-2139-2C4BC770A01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D6C43990-07E8-AF35-167F-F0F4BDF5BEB5}"/>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BD027B9F-67B6-1F41-EF54-4158BD04F0DF}"/>
              </a:ext>
            </a:extLst>
          </p:cNvPr>
          <p:cNvPicPr>
            <a:picLocks noChangeAspect="1"/>
          </p:cNvPicPr>
          <p:nvPr/>
        </p:nvPicPr>
        <p:blipFill>
          <a:blip r:embed="rId2"/>
          <a:stretch>
            <a:fillRect/>
          </a:stretch>
        </p:blipFill>
        <p:spPr>
          <a:xfrm>
            <a:off x="0" y="1823"/>
            <a:ext cx="12192000" cy="6854354"/>
          </a:xfrm>
          <a:prstGeom prst="rect">
            <a:avLst/>
          </a:prstGeom>
        </p:spPr>
      </p:pic>
    </p:spTree>
    <p:extLst>
      <p:ext uri="{BB962C8B-B14F-4D97-AF65-F5344CB8AC3E}">
        <p14:creationId xmlns:p14="http://schemas.microsoft.com/office/powerpoint/2010/main" val="1145091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24" descr="Google Shape;408;p39"/>
          <p:cNvPicPr preferRelativeResize="0"/>
          <p:nvPr/>
        </p:nvPicPr>
        <p:blipFill rotWithShape="1">
          <a:blip r:embed="rId3">
            <a:alphaModFix/>
          </a:blip>
          <a:srcRect/>
          <a:stretch/>
        </p:blipFill>
        <p:spPr>
          <a:xfrm>
            <a:off x="195680" y="857249"/>
            <a:ext cx="11820568" cy="5569292"/>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1899</Words>
  <Application>Microsoft Office PowerPoint</Application>
  <PresentationFormat>Widescreen</PresentationFormat>
  <Paragraphs>194</Paragraphs>
  <Slides>24</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Helvetica Neue</vt:lpstr>
      <vt:lpstr>Noto Sans Symbols</vt:lpstr>
      <vt:lpstr>Play</vt:lpstr>
      <vt:lpstr>Times New Roman</vt:lpstr>
      <vt:lpstr>Arial</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Neeta Rana</dc:creator>
  <cp:lastModifiedBy>NEETA RANI</cp:lastModifiedBy>
  <cp:revision>6</cp:revision>
  <dcterms:modified xsi:type="dcterms:W3CDTF">2026-07-22T08:30:15Z</dcterms:modified>
</cp:coreProperties>
</file>